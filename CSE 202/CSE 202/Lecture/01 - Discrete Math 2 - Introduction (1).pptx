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12">
          <p15:clr>
            <a:srgbClr val="A4A3A4"/>
          </p15:clr>
        </p15:guide>
        <p15:guide id="2" pos="3024">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1" roundtripDataSignature="AMtx7mjB5iwr4JQo1zBYXg/zNG9vQNBd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12" orient="horz"/>
        <p:guide pos="3024"/>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a:ea typeface="Times"/>
                <a:cs typeface="Times"/>
                <a:sym typeface="Times"/>
              </a:rPr>
              <a:t>‹#›</a:t>
            </a:fld>
            <a:endParaRPr b="0" i="0" sz="1200" u="none" cap="none" strike="noStrike">
              <a:solidFill>
                <a:schemeClr val="dk1"/>
              </a:solidFill>
              <a:latin typeface="Times"/>
              <a:ea typeface="Times"/>
              <a:cs typeface="Times"/>
              <a:sym typeface="Time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53345b526f932c4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4" name="Google Shape;74;g53345b526f932c42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5" name="Google Shape;75;g53345b526f932c42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2" name="Google Shape;8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1" name="Google Shape;10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2c4ec16ec5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0" name="Google Shape;110;g22c4ec16ec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7a61ad19220858b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 name="Google Shape;118;g7a61ad19220858b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9" name="Google Shape;119;g7a61ad19220858b0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6" name="Google Shape;12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5" name="Google Shape;14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3" name="Google Shape;15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1" name="Google Shape;16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0" name="Google Shape;17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9" name="Google Shape;17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6" name="Google Shape;19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5" name="Google Shape;20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4" name="Google Shape;21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1" name="Google Shape;23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1" name="Google Shape;25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0" name="Google Shape;26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9" name="Google Shape;26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7" name="Google Shape;27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5" name="Google Shape;2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3" name="Google Shape;29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1" name="Google Shape;30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9" name="Google Shape;30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7" name="Google Shape;31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5" name="Google Shape;32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3" name="Google Shape;33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1" name="Google Shape;34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9" name="Google Shape;34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7" name="Google Shape;35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Times"/>
              <a:buNone/>
              <a:defRPr sz="2000"/>
            </a:lvl1pPr>
            <a:lvl2pPr indent="-228600" lvl="1" marL="914400" algn="l">
              <a:lnSpc>
                <a:spcPct val="100000"/>
              </a:lnSpc>
              <a:spcBef>
                <a:spcPts val="360"/>
              </a:spcBef>
              <a:spcAft>
                <a:spcPts val="0"/>
              </a:spcAft>
              <a:buClr>
                <a:schemeClr val="dk1"/>
              </a:buClr>
              <a:buSzPts val="1800"/>
              <a:buFont typeface="Times"/>
              <a:buNone/>
              <a:defRPr sz="1800"/>
            </a:lvl2pPr>
            <a:lvl3pPr indent="-228600" lvl="2" marL="1371600" algn="l">
              <a:lnSpc>
                <a:spcPct val="100000"/>
              </a:lnSpc>
              <a:spcBef>
                <a:spcPts val="320"/>
              </a:spcBef>
              <a:spcAft>
                <a:spcPts val="0"/>
              </a:spcAft>
              <a:buClr>
                <a:schemeClr val="dk1"/>
              </a:buClr>
              <a:buSzPts val="1600"/>
              <a:buFont typeface="Times"/>
              <a:buNone/>
              <a:defRPr sz="1600"/>
            </a:lvl3pPr>
            <a:lvl4pPr indent="-228600" lvl="3" marL="1828800" algn="l">
              <a:lnSpc>
                <a:spcPct val="100000"/>
              </a:lnSpc>
              <a:spcBef>
                <a:spcPts val="280"/>
              </a:spcBef>
              <a:spcAft>
                <a:spcPts val="0"/>
              </a:spcAft>
              <a:buClr>
                <a:schemeClr val="dk1"/>
              </a:buClr>
              <a:buSzPts val="1400"/>
              <a:buFont typeface="Times"/>
              <a:buNone/>
              <a:defRPr sz="1400"/>
            </a:lvl4pPr>
            <a:lvl5pPr indent="-228600" lvl="4" marL="2286000" algn="l">
              <a:lnSpc>
                <a:spcPct val="100000"/>
              </a:lnSpc>
              <a:spcBef>
                <a:spcPts val="280"/>
              </a:spcBef>
              <a:spcAft>
                <a:spcPts val="0"/>
              </a:spcAft>
              <a:buClr>
                <a:schemeClr val="dk1"/>
              </a:buClr>
              <a:buSzPts val="1400"/>
              <a:buFont typeface="Times"/>
              <a:buNone/>
              <a:defRPr sz="1400"/>
            </a:lvl5pPr>
            <a:lvl6pPr indent="-228600" lvl="5" marL="2743200" algn="l">
              <a:lnSpc>
                <a:spcPct val="100000"/>
              </a:lnSpc>
              <a:spcBef>
                <a:spcPts val="280"/>
              </a:spcBef>
              <a:spcAft>
                <a:spcPts val="0"/>
              </a:spcAft>
              <a:buClr>
                <a:schemeClr val="dk1"/>
              </a:buClr>
              <a:buSzPts val="1400"/>
              <a:buFont typeface="Times"/>
              <a:buNone/>
              <a:defRPr sz="1400"/>
            </a:lvl6pPr>
            <a:lvl7pPr indent="-228600" lvl="6" marL="3200400" algn="l">
              <a:lnSpc>
                <a:spcPct val="100000"/>
              </a:lnSpc>
              <a:spcBef>
                <a:spcPts val="280"/>
              </a:spcBef>
              <a:spcAft>
                <a:spcPts val="0"/>
              </a:spcAft>
              <a:buClr>
                <a:schemeClr val="dk1"/>
              </a:buClr>
              <a:buSzPts val="1400"/>
              <a:buFont typeface="Times"/>
              <a:buNone/>
              <a:defRPr sz="1400"/>
            </a:lvl7pPr>
            <a:lvl8pPr indent="-228600" lvl="7" marL="3657600" algn="l">
              <a:lnSpc>
                <a:spcPct val="100000"/>
              </a:lnSpc>
              <a:spcBef>
                <a:spcPts val="280"/>
              </a:spcBef>
              <a:spcAft>
                <a:spcPts val="0"/>
              </a:spcAft>
              <a:buClr>
                <a:schemeClr val="dk1"/>
              </a:buClr>
              <a:buSzPts val="1400"/>
              <a:buFont typeface="Times"/>
              <a:buNone/>
              <a:defRPr sz="1400"/>
            </a:lvl8pPr>
            <a:lvl9pPr indent="-228600" lvl="8" marL="4114800" algn="l">
              <a:lnSpc>
                <a:spcPct val="100000"/>
              </a:lnSpc>
              <a:spcBef>
                <a:spcPts val="280"/>
              </a:spcBef>
              <a:spcAft>
                <a:spcPts val="0"/>
              </a:spcAft>
              <a:buClr>
                <a:schemeClr val="dk1"/>
              </a:buClr>
              <a:buSzPts val="1400"/>
              <a:buFont typeface="Times"/>
              <a:buNone/>
              <a:defRPr sz="1400"/>
            </a:lvl9pPr>
          </a:lstStyle>
          <a:p/>
        </p:txBody>
      </p:sp>
      <p:sp>
        <p:nvSpPr>
          <p:cNvPr id="17" name="Google Shape;17;p33"/>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3"/>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4"/>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4"/>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4"/>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4"/>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B9C7E5"/>
        </a:solidFill>
      </p:bgPr>
    </p:bg>
    <p:spTree>
      <p:nvGrpSpPr>
        <p:cNvPr id="24" name="Shape 24"/>
        <p:cNvGrpSpPr/>
        <p:nvPr/>
      </p:nvGrpSpPr>
      <p:grpSpPr>
        <a:xfrm>
          <a:off x="0" y="0"/>
          <a:ext cx="0" cy="0"/>
          <a:chOff x="0" y="0"/>
          <a:chExt cx="0" cy="0"/>
        </a:xfrm>
      </p:grpSpPr>
      <p:sp>
        <p:nvSpPr>
          <p:cNvPr id="25" name="Google Shape;25;p36"/>
          <p:cNvSpPr txBox="1"/>
          <p:nvPr>
            <p:ph type="ctrTitle"/>
          </p:nvPr>
        </p:nvSpPr>
        <p:spPr>
          <a:xfrm>
            <a:off x="304800" y="76201"/>
            <a:ext cx="8610600" cy="609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6"/>
          <p:cNvSpPr txBox="1"/>
          <p:nvPr>
            <p:ph idx="1" type="subTitle"/>
          </p:nvPr>
        </p:nvSpPr>
        <p:spPr>
          <a:xfrm>
            <a:off x="304800" y="838200"/>
            <a:ext cx="8610600" cy="548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960"/>
              </a:spcBef>
              <a:spcAft>
                <a:spcPts val="0"/>
              </a:spcAft>
              <a:buClr>
                <a:schemeClr val="dk1"/>
              </a:buClr>
              <a:buSzPts val="4800"/>
              <a:buFont typeface="Times"/>
              <a:buNone/>
              <a:defRPr sz="4800"/>
            </a:lvl1pPr>
            <a:lvl2pPr lvl="1" algn="l">
              <a:lnSpc>
                <a:spcPct val="100000"/>
              </a:lnSpc>
              <a:spcBef>
                <a:spcPts val="360"/>
              </a:spcBef>
              <a:spcAft>
                <a:spcPts val="0"/>
              </a:spcAft>
              <a:buClr>
                <a:schemeClr val="dk1"/>
              </a:buClr>
              <a:buSzPts val="18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27" name="Google Shape;27;p36"/>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6"/>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Times"/>
              <a:buNone/>
              <a:defRPr b="1" sz="2400"/>
            </a:lvl1pPr>
            <a:lvl2pPr indent="-228600" lvl="1" marL="914400" algn="l">
              <a:lnSpc>
                <a:spcPct val="100000"/>
              </a:lnSpc>
              <a:spcBef>
                <a:spcPts val="400"/>
              </a:spcBef>
              <a:spcAft>
                <a:spcPts val="0"/>
              </a:spcAft>
              <a:buClr>
                <a:schemeClr val="dk1"/>
              </a:buClr>
              <a:buSzPts val="2000"/>
              <a:buFont typeface="Times"/>
              <a:buNone/>
              <a:defRPr b="1" sz="2000"/>
            </a:lvl2pPr>
            <a:lvl3pPr indent="-228600" lvl="2" marL="1371600" algn="l">
              <a:lnSpc>
                <a:spcPct val="100000"/>
              </a:lnSpc>
              <a:spcBef>
                <a:spcPts val="360"/>
              </a:spcBef>
              <a:spcAft>
                <a:spcPts val="0"/>
              </a:spcAft>
              <a:buClr>
                <a:schemeClr val="dk1"/>
              </a:buClr>
              <a:buSzPts val="1800"/>
              <a:buFont typeface="Times"/>
              <a:buNone/>
              <a:defRPr b="1" sz="1800"/>
            </a:lvl3pPr>
            <a:lvl4pPr indent="-228600" lvl="3" marL="1828800" algn="l">
              <a:lnSpc>
                <a:spcPct val="100000"/>
              </a:lnSpc>
              <a:spcBef>
                <a:spcPts val="320"/>
              </a:spcBef>
              <a:spcAft>
                <a:spcPts val="0"/>
              </a:spcAft>
              <a:buClr>
                <a:schemeClr val="dk1"/>
              </a:buClr>
              <a:buSzPts val="1600"/>
              <a:buFont typeface="Times"/>
              <a:buNone/>
              <a:defRPr b="1" sz="1600"/>
            </a:lvl4pPr>
            <a:lvl5pPr indent="-228600" lvl="4" marL="2286000" algn="l">
              <a:lnSpc>
                <a:spcPct val="100000"/>
              </a:lnSpc>
              <a:spcBef>
                <a:spcPts val="320"/>
              </a:spcBef>
              <a:spcAft>
                <a:spcPts val="0"/>
              </a:spcAft>
              <a:buClr>
                <a:schemeClr val="dk1"/>
              </a:buClr>
              <a:buSzPts val="1600"/>
              <a:buFont typeface="Times"/>
              <a:buNone/>
              <a:defRPr b="1" sz="1600"/>
            </a:lvl5pPr>
            <a:lvl6pPr indent="-228600" lvl="5" marL="2743200" algn="l">
              <a:lnSpc>
                <a:spcPct val="100000"/>
              </a:lnSpc>
              <a:spcBef>
                <a:spcPts val="320"/>
              </a:spcBef>
              <a:spcAft>
                <a:spcPts val="0"/>
              </a:spcAft>
              <a:buClr>
                <a:schemeClr val="dk1"/>
              </a:buClr>
              <a:buSzPts val="1600"/>
              <a:buFont typeface="Times"/>
              <a:buNone/>
              <a:defRPr b="1" sz="1600"/>
            </a:lvl6pPr>
            <a:lvl7pPr indent="-228600" lvl="6" marL="3200400" algn="l">
              <a:lnSpc>
                <a:spcPct val="100000"/>
              </a:lnSpc>
              <a:spcBef>
                <a:spcPts val="320"/>
              </a:spcBef>
              <a:spcAft>
                <a:spcPts val="0"/>
              </a:spcAft>
              <a:buClr>
                <a:schemeClr val="dk1"/>
              </a:buClr>
              <a:buSzPts val="1600"/>
              <a:buFont typeface="Times"/>
              <a:buNone/>
              <a:defRPr b="1" sz="1600"/>
            </a:lvl7pPr>
            <a:lvl8pPr indent="-228600" lvl="7" marL="3657600" algn="l">
              <a:lnSpc>
                <a:spcPct val="100000"/>
              </a:lnSpc>
              <a:spcBef>
                <a:spcPts val="320"/>
              </a:spcBef>
              <a:spcAft>
                <a:spcPts val="0"/>
              </a:spcAft>
              <a:buClr>
                <a:schemeClr val="dk1"/>
              </a:buClr>
              <a:buSzPts val="1600"/>
              <a:buFont typeface="Times"/>
              <a:buNone/>
              <a:defRPr b="1" sz="1600"/>
            </a:lvl8pPr>
            <a:lvl9pPr indent="-228600" lvl="8" marL="4114800" algn="l">
              <a:lnSpc>
                <a:spcPct val="100000"/>
              </a:lnSpc>
              <a:spcBef>
                <a:spcPts val="320"/>
              </a:spcBef>
              <a:spcAft>
                <a:spcPts val="0"/>
              </a:spcAft>
              <a:buClr>
                <a:schemeClr val="dk1"/>
              </a:buClr>
              <a:buSzPts val="1600"/>
              <a:buFont typeface="Times"/>
              <a:buNone/>
              <a:defRPr b="1" sz="1600"/>
            </a:lvl9pPr>
          </a:lstStyle>
          <a:p/>
        </p:txBody>
      </p:sp>
      <p:sp>
        <p:nvSpPr>
          <p:cNvPr id="32" name="Google Shape;32;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Times"/>
              <a:buChar char="•"/>
              <a:defRPr sz="2400"/>
            </a:lvl1pPr>
            <a:lvl2pPr indent="-355600" lvl="1" marL="914400" algn="l">
              <a:lnSpc>
                <a:spcPct val="100000"/>
              </a:lnSpc>
              <a:spcBef>
                <a:spcPts val="400"/>
              </a:spcBef>
              <a:spcAft>
                <a:spcPts val="0"/>
              </a:spcAft>
              <a:buClr>
                <a:schemeClr val="dk1"/>
              </a:buClr>
              <a:buSzPts val="2000"/>
              <a:buFont typeface="Times"/>
              <a:buChar char="–"/>
              <a:defRPr sz="2000"/>
            </a:lvl2pPr>
            <a:lvl3pPr indent="-342900" lvl="2" marL="1371600" algn="l">
              <a:lnSpc>
                <a:spcPct val="100000"/>
              </a:lnSpc>
              <a:spcBef>
                <a:spcPts val="360"/>
              </a:spcBef>
              <a:spcAft>
                <a:spcPts val="0"/>
              </a:spcAft>
              <a:buClr>
                <a:schemeClr val="dk1"/>
              </a:buClr>
              <a:buSzPts val="1800"/>
              <a:buFont typeface="Times"/>
              <a:buChar char="•"/>
              <a:defRPr sz="1800"/>
            </a:lvl3pPr>
            <a:lvl4pPr indent="-330200" lvl="3" marL="1828800" algn="l">
              <a:lnSpc>
                <a:spcPct val="100000"/>
              </a:lnSpc>
              <a:spcBef>
                <a:spcPts val="320"/>
              </a:spcBef>
              <a:spcAft>
                <a:spcPts val="0"/>
              </a:spcAft>
              <a:buClr>
                <a:schemeClr val="dk1"/>
              </a:buClr>
              <a:buSzPts val="1600"/>
              <a:buFont typeface="Times"/>
              <a:buChar char="–"/>
              <a:defRPr sz="1600"/>
            </a:lvl4pPr>
            <a:lvl5pPr indent="-330200" lvl="4" marL="2286000" algn="l">
              <a:lnSpc>
                <a:spcPct val="100000"/>
              </a:lnSpc>
              <a:spcBef>
                <a:spcPts val="320"/>
              </a:spcBef>
              <a:spcAft>
                <a:spcPts val="0"/>
              </a:spcAft>
              <a:buClr>
                <a:schemeClr val="dk1"/>
              </a:buClr>
              <a:buSzPts val="1600"/>
              <a:buFont typeface="Times"/>
              <a:buChar char="»"/>
              <a:defRPr sz="1600"/>
            </a:lvl5pPr>
            <a:lvl6pPr indent="-330200" lvl="5" marL="2743200" algn="l">
              <a:lnSpc>
                <a:spcPct val="100000"/>
              </a:lnSpc>
              <a:spcBef>
                <a:spcPts val="320"/>
              </a:spcBef>
              <a:spcAft>
                <a:spcPts val="0"/>
              </a:spcAft>
              <a:buClr>
                <a:schemeClr val="dk1"/>
              </a:buClr>
              <a:buSzPts val="1600"/>
              <a:buFont typeface="Times"/>
              <a:buChar char="»"/>
              <a:defRPr sz="1600"/>
            </a:lvl6pPr>
            <a:lvl7pPr indent="-330200" lvl="6" marL="3200400" algn="l">
              <a:lnSpc>
                <a:spcPct val="100000"/>
              </a:lnSpc>
              <a:spcBef>
                <a:spcPts val="320"/>
              </a:spcBef>
              <a:spcAft>
                <a:spcPts val="0"/>
              </a:spcAft>
              <a:buClr>
                <a:schemeClr val="dk1"/>
              </a:buClr>
              <a:buSzPts val="1600"/>
              <a:buFont typeface="Times"/>
              <a:buChar char="»"/>
              <a:defRPr sz="1600"/>
            </a:lvl7pPr>
            <a:lvl8pPr indent="-330200" lvl="7" marL="3657600" algn="l">
              <a:lnSpc>
                <a:spcPct val="100000"/>
              </a:lnSpc>
              <a:spcBef>
                <a:spcPts val="320"/>
              </a:spcBef>
              <a:spcAft>
                <a:spcPts val="0"/>
              </a:spcAft>
              <a:buClr>
                <a:schemeClr val="dk1"/>
              </a:buClr>
              <a:buSzPts val="1600"/>
              <a:buFont typeface="Times"/>
              <a:buChar char="»"/>
              <a:defRPr sz="1600"/>
            </a:lvl8pPr>
            <a:lvl9pPr indent="-330200" lvl="8" marL="4114800" algn="l">
              <a:lnSpc>
                <a:spcPct val="100000"/>
              </a:lnSpc>
              <a:spcBef>
                <a:spcPts val="320"/>
              </a:spcBef>
              <a:spcAft>
                <a:spcPts val="0"/>
              </a:spcAft>
              <a:buClr>
                <a:schemeClr val="dk1"/>
              </a:buClr>
              <a:buSzPts val="1600"/>
              <a:buFont typeface="Times"/>
              <a:buChar char="»"/>
              <a:defRPr sz="1600"/>
            </a:lvl9pPr>
          </a:lstStyle>
          <a:p/>
        </p:txBody>
      </p:sp>
      <p:sp>
        <p:nvSpPr>
          <p:cNvPr id="33" name="Google Shape;33;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Times"/>
              <a:buNone/>
              <a:defRPr b="1" sz="2400"/>
            </a:lvl1pPr>
            <a:lvl2pPr indent="-228600" lvl="1" marL="914400" algn="l">
              <a:lnSpc>
                <a:spcPct val="100000"/>
              </a:lnSpc>
              <a:spcBef>
                <a:spcPts val="400"/>
              </a:spcBef>
              <a:spcAft>
                <a:spcPts val="0"/>
              </a:spcAft>
              <a:buClr>
                <a:schemeClr val="dk1"/>
              </a:buClr>
              <a:buSzPts val="2000"/>
              <a:buFont typeface="Times"/>
              <a:buNone/>
              <a:defRPr b="1" sz="2000"/>
            </a:lvl2pPr>
            <a:lvl3pPr indent="-228600" lvl="2" marL="1371600" algn="l">
              <a:lnSpc>
                <a:spcPct val="100000"/>
              </a:lnSpc>
              <a:spcBef>
                <a:spcPts val="360"/>
              </a:spcBef>
              <a:spcAft>
                <a:spcPts val="0"/>
              </a:spcAft>
              <a:buClr>
                <a:schemeClr val="dk1"/>
              </a:buClr>
              <a:buSzPts val="1800"/>
              <a:buFont typeface="Times"/>
              <a:buNone/>
              <a:defRPr b="1" sz="1800"/>
            </a:lvl3pPr>
            <a:lvl4pPr indent="-228600" lvl="3" marL="1828800" algn="l">
              <a:lnSpc>
                <a:spcPct val="100000"/>
              </a:lnSpc>
              <a:spcBef>
                <a:spcPts val="320"/>
              </a:spcBef>
              <a:spcAft>
                <a:spcPts val="0"/>
              </a:spcAft>
              <a:buClr>
                <a:schemeClr val="dk1"/>
              </a:buClr>
              <a:buSzPts val="1600"/>
              <a:buFont typeface="Times"/>
              <a:buNone/>
              <a:defRPr b="1" sz="1600"/>
            </a:lvl4pPr>
            <a:lvl5pPr indent="-228600" lvl="4" marL="2286000" algn="l">
              <a:lnSpc>
                <a:spcPct val="100000"/>
              </a:lnSpc>
              <a:spcBef>
                <a:spcPts val="320"/>
              </a:spcBef>
              <a:spcAft>
                <a:spcPts val="0"/>
              </a:spcAft>
              <a:buClr>
                <a:schemeClr val="dk1"/>
              </a:buClr>
              <a:buSzPts val="1600"/>
              <a:buFont typeface="Times"/>
              <a:buNone/>
              <a:defRPr b="1" sz="1600"/>
            </a:lvl5pPr>
            <a:lvl6pPr indent="-228600" lvl="5" marL="2743200" algn="l">
              <a:lnSpc>
                <a:spcPct val="100000"/>
              </a:lnSpc>
              <a:spcBef>
                <a:spcPts val="320"/>
              </a:spcBef>
              <a:spcAft>
                <a:spcPts val="0"/>
              </a:spcAft>
              <a:buClr>
                <a:schemeClr val="dk1"/>
              </a:buClr>
              <a:buSzPts val="1600"/>
              <a:buFont typeface="Times"/>
              <a:buNone/>
              <a:defRPr b="1" sz="1600"/>
            </a:lvl6pPr>
            <a:lvl7pPr indent="-228600" lvl="6" marL="3200400" algn="l">
              <a:lnSpc>
                <a:spcPct val="100000"/>
              </a:lnSpc>
              <a:spcBef>
                <a:spcPts val="320"/>
              </a:spcBef>
              <a:spcAft>
                <a:spcPts val="0"/>
              </a:spcAft>
              <a:buClr>
                <a:schemeClr val="dk1"/>
              </a:buClr>
              <a:buSzPts val="1600"/>
              <a:buFont typeface="Times"/>
              <a:buNone/>
              <a:defRPr b="1" sz="1600"/>
            </a:lvl7pPr>
            <a:lvl8pPr indent="-228600" lvl="7" marL="3657600" algn="l">
              <a:lnSpc>
                <a:spcPct val="100000"/>
              </a:lnSpc>
              <a:spcBef>
                <a:spcPts val="320"/>
              </a:spcBef>
              <a:spcAft>
                <a:spcPts val="0"/>
              </a:spcAft>
              <a:buClr>
                <a:schemeClr val="dk1"/>
              </a:buClr>
              <a:buSzPts val="1600"/>
              <a:buFont typeface="Times"/>
              <a:buNone/>
              <a:defRPr b="1" sz="1600"/>
            </a:lvl8pPr>
            <a:lvl9pPr indent="-228600" lvl="8" marL="4114800" algn="l">
              <a:lnSpc>
                <a:spcPct val="100000"/>
              </a:lnSpc>
              <a:spcBef>
                <a:spcPts val="320"/>
              </a:spcBef>
              <a:spcAft>
                <a:spcPts val="0"/>
              </a:spcAft>
              <a:buClr>
                <a:schemeClr val="dk1"/>
              </a:buClr>
              <a:buSzPts val="1600"/>
              <a:buFont typeface="Times"/>
              <a:buNone/>
              <a:defRPr b="1" sz="1600"/>
            </a:lvl9pPr>
          </a:lstStyle>
          <a:p/>
        </p:txBody>
      </p:sp>
      <p:sp>
        <p:nvSpPr>
          <p:cNvPr id="34" name="Google Shape;34;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Times"/>
              <a:buChar char="•"/>
              <a:defRPr sz="2400"/>
            </a:lvl1pPr>
            <a:lvl2pPr indent="-355600" lvl="1" marL="914400" algn="l">
              <a:lnSpc>
                <a:spcPct val="100000"/>
              </a:lnSpc>
              <a:spcBef>
                <a:spcPts val="400"/>
              </a:spcBef>
              <a:spcAft>
                <a:spcPts val="0"/>
              </a:spcAft>
              <a:buClr>
                <a:schemeClr val="dk1"/>
              </a:buClr>
              <a:buSzPts val="2000"/>
              <a:buFont typeface="Times"/>
              <a:buChar char="–"/>
              <a:defRPr sz="2000"/>
            </a:lvl2pPr>
            <a:lvl3pPr indent="-342900" lvl="2" marL="1371600" algn="l">
              <a:lnSpc>
                <a:spcPct val="100000"/>
              </a:lnSpc>
              <a:spcBef>
                <a:spcPts val="360"/>
              </a:spcBef>
              <a:spcAft>
                <a:spcPts val="0"/>
              </a:spcAft>
              <a:buClr>
                <a:schemeClr val="dk1"/>
              </a:buClr>
              <a:buSzPts val="1800"/>
              <a:buFont typeface="Times"/>
              <a:buChar char="•"/>
              <a:defRPr sz="1800"/>
            </a:lvl3pPr>
            <a:lvl4pPr indent="-330200" lvl="3" marL="1828800" algn="l">
              <a:lnSpc>
                <a:spcPct val="100000"/>
              </a:lnSpc>
              <a:spcBef>
                <a:spcPts val="320"/>
              </a:spcBef>
              <a:spcAft>
                <a:spcPts val="0"/>
              </a:spcAft>
              <a:buClr>
                <a:schemeClr val="dk1"/>
              </a:buClr>
              <a:buSzPts val="1600"/>
              <a:buFont typeface="Times"/>
              <a:buChar char="–"/>
              <a:defRPr sz="1600"/>
            </a:lvl4pPr>
            <a:lvl5pPr indent="-330200" lvl="4" marL="2286000" algn="l">
              <a:lnSpc>
                <a:spcPct val="100000"/>
              </a:lnSpc>
              <a:spcBef>
                <a:spcPts val="320"/>
              </a:spcBef>
              <a:spcAft>
                <a:spcPts val="0"/>
              </a:spcAft>
              <a:buClr>
                <a:schemeClr val="dk1"/>
              </a:buClr>
              <a:buSzPts val="1600"/>
              <a:buFont typeface="Times"/>
              <a:buChar char="»"/>
              <a:defRPr sz="1600"/>
            </a:lvl5pPr>
            <a:lvl6pPr indent="-330200" lvl="5" marL="2743200" algn="l">
              <a:lnSpc>
                <a:spcPct val="100000"/>
              </a:lnSpc>
              <a:spcBef>
                <a:spcPts val="320"/>
              </a:spcBef>
              <a:spcAft>
                <a:spcPts val="0"/>
              </a:spcAft>
              <a:buClr>
                <a:schemeClr val="dk1"/>
              </a:buClr>
              <a:buSzPts val="1600"/>
              <a:buFont typeface="Times"/>
              <a:buChar char="»"/>
              <a:defRPr sz="1600"/>
            </a:lvl6pPr>
            <a:lvl7pPr indent="-330200" lvl="6" marL="3200400" algn="l">
              <a:lnSpc>
                <a:spcPct val="100000"/>
              </a:lnSpc>
              <a:spcBef>
                <a:spcPts val="320"/>
              </a:spcBef>
              <a:spcAft>
                <a:spcPts val="0"/>
              </a:spcAft>
              <a:buClr>
                <a:schemeClr val="dk1"/>
              </a:buClr>
              <a:buSzPts val="1600"/>
              <a:buFont typeface="Times"/>
              <a:buChar char="»"/>
              <a:defRPr sz="1600"/>
            </a:lvl7pPr>
            <a:lvl8pPr indent="-330200" lvl="7" marL="3657600" algn="l">
              <a:lnSpc>
                <a:spcPct val="100000"/>
              </a:lnSpc>
              <a:spcBef>
                <a:spcPts val="320"/>
              </a:spcBef>
              <a:spcAft>
                <a:spcPts val="0"/>
              </a:spcAft>
              <a:buClr>
                <a:schemeClr val="dk1"/>
              </a:buClr>
              <a:buSzPts val="1600"/>
              <a:buFont typeface="Times"/>
              <a:buChar char="»"/>
              <a:defRPr sz="1600"/>
            </a:lvl8pPr>
            <a:lvl9pPr indent="-330200" lvl="8" marL="4114800" algn="l">
              <a:lnSpc>
                <a:spcPct val="100000"/>
              </a:lnSpc>
              <a:spcBef>
                <a:spcPts val="320"/>
              </a:spcBef>
              <a:spcAft>
                <a:spcPts val="0"/>
              </a:spcAft>
              <a:buClr>
                <a:schemeClr val="dk1"/>
              </a:buClr>
              <a:buSzPts val="1600"/>
              <a:buFont typeface="Times"/>
              <a:buChar char="»"/>
              <a:defRPr sz="1600"/>
            </a:lvl9pPr>
          </a:lstStyle>
          <a:p/>
        </p:txBody>
      </p:sp>
      <p:sp>
        <p:nvSpPr>
          <p:cNvPr id="35" name="Google Shape;35;p37"/>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38"/>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8"/>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39"/>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9"/>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4" name="Shape 44"/>
        <p:cNvGrpSpPr/>
        <p:nvPr/>
      </p:nvGrpSpPr>
      <p:grpSpPr>
        <a:xfrm>
          <a:off x="0" y="0"/>
          <a:ext cx="0" cy="0"/>
          <a:chOff x="0" y="0"/>
          <a:chExt cx="0" cy="0"/>
        </a:xfrm>
      </p:grpSpPr>
      <p:sp>
        <p:nvSpPr>
          <p:cNvPr id="45" name="Google Shape;45;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Times"/>
              <a:buChar char="•"/>
              <a:defRPr sz="3200"/>
            </a:lvl1pPr>
            <a:lvl2pPr indent="-406400" lvl="1" marL="914400" algn="l">
              <a:lnSpc>
                <a:spcPct val="100000"/>
              </a:lnSpc>
              <a:spcBef>
                <a:spcPts val="560"/>
              </a:spcBef>
              <a:spcAft>
                <a:spcPts val="0"/>
              </a:spcAft>
              <a:buClr>
                <a:schemeClr val="dk1"/>
              </a:buClr>
              <a:buSzPts val="2800"/>
              <a:buFont typeface="Times"/>
              <a:buChar char="–"/>
              <a:defRPr sz="2800"/>
            </a:lvl2pPr>
            <a:lvl3pPr indent="-381000" lvl="2" marL="1371600" algn="l">
              <a:lnSpc>
                <a:spcPct val="100000"/>
              </a:lnSpc>
              <a:spcBef>
                <a:spcPts val="480"/>
              </a:spcBef>
              <a:spcAft>
                <a:spcPts val="0"/>
              </a:spcAft>
              <a:buClr>
                <a:schemeClr val="dk1"/>
              </a:buClr>
              <a:buSzPts val="2400"/>
              <a:buFont typeface="Times"/>
              <a:buChar char="•"/>
              <a:defRPr sz="2400"/>
            </a:lvl3pPr>
            <a:lvl4pPr indent="-355600" lvl="3" marL="1828800" algn="l">
              <a:lnSpc>
                <a:spcPct val="100000"/>
              </a:lnSpc>
              <a:spcBef>
                <a:spcPts val="400"/>
              </a:spcBef>
              <a:spcAft>
                <a:spcPts val="0"/>
              </a:spcAft>
              <a:buClr>
                <a:schemeClr val="dk1"/>
              </a:buClr>
              <a:buSzPts val="2000"/>
              <a:buFont typeface="Times"/>
              <a:buChar char="–"/>
              <a:defRPr sz="2000"/>
            </a:lvl4pPr>
            <a:lvl5pPr indent="-355600" lvl="4" marL="2286000" algn="l">
              <a:lnSpc>
                <a:spcPct val="100000"/>
              </a:lnSpc>
              <a:spcBef>
                <a:spcPts val="400"/>
              </a:spcBef>
              <a:spcAft>
                <a:spcPts val="0"/>
              </a:spcAft>
              <a:buClr>
                <a:schemeClr val="dk1"/>
              </a:buClr>
              <a:buSzPts val="2000"/>
              <a:buFont typeface="Times"/>
              <a:buChar char="»"/>
              <a:defRPr sz="2000"/>
            </a:lvl5pPr>
            <a:lvl6pPr indent="-355600" lvl="5" marL="2743200" algn="l">
              <a:lnSpc>
                <a:spcPct val="100000"/>
              </a:lnSpc>
              <a:spcBef>
                <a:spcPts val="400"/>
              </a:spcBef>
              <a:spcAft>
                <a:spcPts val="0"/>
              </a:spcAft>
              <a:buClr>
                <a:schemeClr val="dk1"/>
              </a:buClr>
              <a:buSzPts val="2000"/>
              <a:buFont typeface="Times"/>
              <a:buChar char="»"/>
              <a:defRPr sz="2000"/>
            </a:lvl6pPr>
            <a:lvl7pPr indent="-355600" lvl="6" marL="3200400" algn="l">
              <a:lnSpc>
                <a:spcPct val="100000"/>
              </a:lnSpc>
              <a:spcBef>
                <a:spcPts val="400"/>
              </a:spcBef>
              <a:spcAft>
                <a:spcPts val="0"/>
              </a:spcAft>
              <a:buClr>
                <a:schemeClr val="dk1"/>
              </a:buClr>
              <a:buSzPts val="2000"/>
              <a:buFont typeface="Times"/>
              <a:buChar char="»"/>
              <a:defRPr sz="2000"/>
            </a:lvl7pPr>
            <a:lvl8pPr indent="-355600" lvl="7" marL="3657600" algn="l">
              <a:lnSpc>
                <a:spcPct val="100000"/>
              </a:lnSpc>
              <a:spcBef>
                <a:spcPts val="400"/>
              </a:spcBef>
              <a:spcAft>
                <a:spcPts val="0"/>
              </a:spcAft>
              <a:buClr>
                <a:schemeClr val="dk1"/>
              </a:buClr>
              <a:buSzPts val="2000"/>
              <a:buFont typeface="Times"/>
              <a:buChar char="»"/>
              <a:defRPr sz="2000"/>
            </a:lvl8pPr>
            <a:lvl9pPr indent="-355600" lvl="8" marL="4114800" algn="l">
              <a:lnSpc>
                <a:spcPct val="100000"/>
              </a:lnSpc>
              <a:spcBef>
                <a:spcPts val="400"/>
              </a:spcBef>
              <a:spcAft>
                <a:spcPts val="0"/>
              </a:spcAft>
              <a:buClr>
                <a:schemeClr val="dk1"/>
              </a:buClr>
              <a:buSzPts val="2000"/>
              <a:buFont typeface="Times"/>
              <a:buChar char="»"/>
              <a:defRPr sz="2000"/>
            </a:lvl9pPr>
          </a:lstStyle>
          <a:p/>
        </p:txBody>
      </p:sp>
      <p:sp>
        <p:nvSpPr>
          <p:cNvPr id="47" name="Google Shape;47;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Times"/>
              <a:buNone/>
              <a:defRPr sz="1400"/>
            </a:lvl1pPr>
            <a:lvl2pPr indent="-228600" lvl="1" marL="914400" algn="l">
              <a:lnSpc>
                <a:spcPct val="100000"/>
              </a:lnSpc>
              <a:spcBef>
                <a:spcPts val="240"/>
              </a:spcBef>
              <a:spcAft>
                <a:spcPts val="0"/>
              </a:spcAft>
              <a:buClr>
                <a:schemeClr val="dk1"/>
              </a:buClr>
              <a:buSzPts val="1200"/>
              <a:buFont typeface="Times"/>
              <a:buNone/>
              <a:defRPr sz="1200"/>
            </a:lvl2pPr>
            <a:lvl3pPr indent="-228600" lvl="2" marL="1371600" algn="l">
              <a:lnSpc>
                <a:spcPct val="100000"/>
              </a:lnSpc>
              <a:spcBef>
                <a:spcPts val="200"/>
              </a:spcBef>
              <a:spcAft>
                <a:spcPts val="0"/>
              </a:spcAft>
              <a:buClr>
                <a:schemeClr val="dk1"/>
              </a:buClr>
              <a:buSzPts val="1000"/>
              <a:buFont typeface="Times"/>
              <a:buNone/>
              <a:defRPr sz="1000"/>
            </a:lvl3pPr>
            <a:lvl4pPr indent="-228600" lvl="3" marL="1828800" algn="l">
              <a:lnSpc>
                <a:spcPct val="100000"/>
              </a:lnSpc>
              <a:spcBef>
                <a:spcPts val="180"/>
              </a:spcBef>
              <a:spcAft>
                <a:spcPts val="0"/>
              </a:spcAft>
              <a:buClr>
                <a:schemeClr val="dk1"/>
              </a:buClr>
              <a:buSzPts val="900"/>
              <a:buFont typeface="Times"/>
              <a:buNone/>
              <a:defRPr sz="900"/>
            </a:lvl4pPr>
            <a:lvl5pPr indent="-228600" lvl="4" marL="2286000" algn="l">
              <a:lnSpc>
                <a:spcPct val="100000"/>
              </a:lnSpc>
              <a:spcBef>
                <a:spcPts val="180"/>
              </a:spcBef>
              <a:spcAft>
                <a:spcPts val="0"/>
              </a:spcAft>
              <a:buClr>
                <a:schemeClr val="dk1"/>
              </a:buClr>
              <a:buSzPts val="900"/>
              <a:buFont typeface="Times"/>
              <a:buNone/>
              <a:defRPr sz="900"/>
            </a:lvl5pPr>
            <a:lvl6pPr indent="-228600" lvl="5" marL="2743200" algn="l">
              <a:lnSpc>
                <a:spcPct val="100000"/>
              </a:lnSpc>
              <a:spcBef>
                <a:spcPts val="180"/>
              </a:spcBef>
              <a:spcAft>
                <a:spcPts val="0"/>
              </a:spcAft>
              <a:buClr>
                <a:schemeClr val="dk1"/>
              </a:buClr>
              <a:buSzPts val="900"/>
              <a:buFont typeface="Times"/>
              <a:buNone/>
              <a:defRPr sz="900"/>
            </a:lvl6pPr>
            <a:lvl7pPr indent="-228600" lvl="6" marL="3200400" algn="l">
              <a:lnSpc>
                <a:spcPct val="100000"/>
              </a:lnSpc>
              <a:spcBef>
                <a:spcPts val="180"/>
              </a:spcBef>
              <a:spcAft>
                <a:spcPts val="0"/>
              </a:spcAft>
              <a:buClr>
                <a:schemeClr val="dk1"/>
              </a:buClr>
              <a:buSzPts val="900"/>
              <a:buFont typeface="Times"/>
              <a:buNone/>
              <a:defRPr sz="900"/>
            </a:lvl7pPr>
            <a:lvl8pPr indent="-228600" lvl="7" marL="3657600" algn="l">
              <a:lnSpc>
                <a:spcPct val="100000"/>
              </a:lnSpc>
              <a:spcBef>
                <a:spcPts val="180"/>
              </a:spcBef>
              <a:spcAft>
                <a:spcPts val="0"/>
              </a:spcAft>
              <a:buClr>
                <a:schemeClr val="dk1"/>
              </a:buClr>
              <a:buSzPts val="900"/>
              <a:buFont typeface="Times"/>
              <a:buNone/>
              <a:defRPr sz="900"/>
            </a:lvl8pPr>
            <a:lvl9pPr indent="-228600" lvl="8" marL="4114800" algn="l">
              <a:lnSpc>
                <a:spcPct val="100000"/>
              </a:lnSpc>
              <a:spcBef>
                <a:spcPts val="180"/>
              </a:spcBef>
              <a:spcAft>
                <a:spcPts val="0"/>
              </a:spcAft>
              <a:buClr>
                <a:schemeClr val="dk1"/>
              </a:buClr>
              <a:buSzPts val="900"/>
              <a:buFont typeface="Times"/>
              <a:buNone/>
              <a:defRPr sz="900"/>
            </a:lvl9pPr>
          </a:lstStyle>
          <a:p/>
        </p:txBody>
      </p:sp>
      <p:sp>
        <p:nvSpPr>
          <p:cNvPr id="48" name="Google Shape;48;p40"/>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0"/>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0" name="Shape 50"/>
        <p:cNvGrpSpPr/>
        <p:nvPr/>
      </p:nvGrpSpPr>
      <p:grpSpPr>
        <a:xfrm>
          <a:off x="0" y="0"/>
          <a:ext cx="0" cy="0"/>
          <a:chOff x="0" y="0"/>
          <a:chExt cx="0" cy="0"/>
        </a:xfrm>
      </p:grpSpPr>
      <p:sp>
        <p:nvSpPr>
          <p:cNvPr id="51" name="Google Shape;51;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p:nvPr>
            <p:ph idx="2" type="pic"/>
          </p:nvPr>
        </p:nvSpPr>
        <p:spPr>
          <a:xfrm>
            <a:off x="1792288" y="612775"/>
            <a:ext cx="5486400" cy="4114800"/>
          </a:xfrm>
          <a:prstGeom prst="rect">
            <a:avLst/>
          </a:prstGeom>
          <a:noFill/>
          <a:ln>
            <a:noFill/>
          </a:ln>
        </p:spPr>
      </p:sp>
      <p:sp>
        <p:nvSpPr>
          <p:cNvPr id="53" name="Google Shape;53;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Times"/>
              <a:buNone/>
              <a:defRPr sz="1400"/>
            </a:lvl1pPr>
            <a:lvl2pPr indent="-228600" lvl="1" marL="914400" algn="l">
              <a:lnSpc>
                <a:spcPct val="100000"/>
              </a:lnSpc>
              <a:spcBef>
                <a:spcPts val="240"/>
              </a:spcBef>
              <a:spcAft>
                <a:spcPts val="0"/>
              </a:spcAft>
              <a:buClr>
                <a:schemeClr val="dk1"/>
              </a:buClr>
              <a:buSzPts val="1200"/>
              <a:buFont typeface="Times"/>
              <a:buNone/>
              <a:defRPr sz="1200"/>
            </a:lvl2pPr>
            <a:lvl3pPr indent="-228600" lvl="2" marL="1371600" algn="l">
              <a:lnSpc>
                <a:spcPct val="100000"/>
              </a:lnSpc>
              <a:spcBef>
                <a:spcPts val="200"/>
              </a:spcBef>
              <a:spcAft>
                <a:spcPts val="0"/>
              </a:spcAft>
              <a:buClr>
                <a:schemeClr val="dk1"/>
              </a:buClr>
              <a:buSzPts val="1000"/>
              <a:buFont typeface="Times"/>
              <a:buNone/>
              <a:defRPr sz="1000"/>
            </a:lvl3pPr>
            <a:lvl4pPr indent="-228600" lvl="3" marL="1828800" algn="l">
              <a:lnSpc>
                <a:spcPct val="100000"/>
              </a:lnSpc>
              <a:spcBef>
                <a:spcPts val="180"/>
              </a:spcBef>
              <a:spcAft>
                <a:spcPts val="0"/>
              </a:spcAft>
              <a:buClr>
                <a:schemeClr val="dk1"/>
              </a:buClr>
              <a:buSzPts val="900"/>
              <a:buFont typeface="Times"/>
              <a:buNone/>
              <a:defRPr sz="900"/>
            </a:lvl4pPr>
            <a:lvl5pPr indent="-228600" lvl="4" marL="2286000" algn="l">
              <a:lnSpc>
                <a:spcPct val="100000"/>
              </a:lnSpc>
              <a:spcBef>
                <a:spcPts val="180"/>
              </a:spcBef>
              <a:spcAft>
                <a:spcPts val="0"/>
              </a:spcAft>
              <a:buClr>
                <a:schemeClr val="dk1"/>
              </a:buClr>
              <a:buSzPts val="900"/>
              <a:buFont typeface="Times"/>
              <a:buNone/>
              <a:defRPr sz="900"/>
            </a:lvl5pPr>
            <a:lvl6pPr indent="-228600" lvl="5" marL="2743200" algn="l">
              <a:lnSpc>
                <a:spcPct val="100000"/>
              </a:lnSpc>
              <a:spcBef>
                <a:spcPts val="180"/>
              </a:spcBef>
              <a:spcAft>
                <a:spcPts val="0"/>
              </a:spcAft>
              <a:buClr>
                <a:schemeClr val="dk1"/>
              </a:buClr>
              <a:buSzPts val="900"/>
              <a:buFont typeface="Times"/>
              <a:buNone/>
              <a:defRPr sz="900"/>
            </a:lvl6pPr>
            <a:lvl7pPr indent="-228600" lvl="6" marL="3200400" algn="l">
              <a:lnSpc>
                <a:spcPct val="100000"/>
              </a:lnSpc>
              <a:spcBef>
                <a:spcPts val="180"/>
              </a:spcBef>
              <a:spcAft>
                <a:spcPts val="0"/>
              </a:spcAft>
              <a:buClr>
                <a:schemeClr val="dk1"/>
              </a:buClr>
              <a:buSzPts val="900"/>
              <a:buFont typeface="Times"/>
              <a:buNone/>
              <a:defRPr sz="900"/>
            </a:lvl7pPr>
            <a:lvl8pPr indent="-228600" lvl="7" marL="3657600" algn="l">
              <a:lnSpc>
                <a:spcPct val="100000"/>
              </a:lnSpc>
              <a:spcBef>
                <a:spcPts val="180"/>
              </a:spcBef>
              <a:spcAft>
                <a:spcPts val="0"/>
              </a:spcAft>
              <a:buClr>
                <a:schemeClr val="dk1"/>
              </a:buClr>
              <a:buSzPts val="900"/>
              <a:buFont typeface="Times"/>
              <a:buNone/>
              <a:defRPr sz="900"/>
            </a:lvl8pPr>
            <a:lvl9pPr indent="-228600" lvl="8" marL="4114800" algn="l">
              <a:lnSpc>
                <a:spcPct val="100000"/>
              </a:lnSpc>
              <a:spcBef>
                <a:spcPts val="180"/>
              </a:spcBef>
              <a:spcAft>
                <a:spcPts val="0"/>
              </a:spcAft>
              <a:buClr>
                <a:schemeClr val="dk1"/>
              </a:buClr>
              <a:buSzPts val="900"/>
              <a:buFont typeface="Times"/>
              <a:buNone/>
              <a:defRPr sz="900"/>
            </a:lvl9pPr>
          </a:lstStyle>
          <a:p/>
        </p:txBody>
      </p:sp>
      <p:sp>
        <p:nvSpPr>
          <p:cNvPr id="54" name="Google Shape;54;p41"/>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1"/>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 name="Shape 56"/>
        <p:cNvGrpSpPr/>
        <p:nvPr/>
      </p:nvGrpSpPr>
      <p:grpSpPr>
        <a:xfrm>
          <a:off x="0" y="0"/>
          <a:ext cx="0" cy="0"/>
          <a:chOff x="0" y="0"/>
          <a:chExt cx="0" cy="0"/>
        </a:xfrm>
      </p:grpSpPr>
      <p:sp>
        <p:nvSpPr>
          <p:cNvPr id="57" name="Google Shape;57;p42"/>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2"/>
          <p:cNvSpPr txBox="1"/>
          <p:nvPr>
            <p:ph idx="1" type="body"/>
          </p:nvPr>
        </p:nvSpPr>
        <p:spPr>
          <a:xfrm rot="5400000">
            <a:off x="1943100" y="-723900"/>
            <a:ext cx="5410200" cy="8686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 name="Google Shape;59;p42"/>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2"/>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43"/>
          <p:cNvSpPr txBox="1"/>
          <p:nvPr>
            <p:ph type="title"/>
          </p:nvPr>
        </p:nvSpPr>
        <p:spPr>
          <a:xfrm rot="5400000">
            <a:off x="4962525" y="2066925"/>
            <a:ext cx="5638800" cy="19621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idx="1" type="body"/>
          </p:nvPr>
        </p:nvSpPr>
        <p:spPr>
          <a:xfrm rot="5400000">
            <a:off x="962025" y="180975"/>
            <a:ext cx="5638800" cy="573405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 name="Google Shape;64;p43"/>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3"/>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66" name="Shape 66"/>
        <p:cNvGrpSpPr/>
        <p:nvPr/>
      </p:nvGrpSpPr>
      <p:grpSpPr>
        <a:xfrm>
          <a:off x="0" y="0"/>
          <a:ext cx="0" cy="0"/>
          <a:chOff x="0" y="0"/>
          <a:chExt cx="0" cy="0"/>
        </a:xfrm>
      </p:grpSpPr>
      <p:sp>
        <p:nvSpPr>
          <p:cNvPr id="67" name="Google Shape;67;p44"/>
          <p:cNvSpPr txBox="1"/>
          <p:nvPr>
            <p:ph type="title"/>
          </p:nvPr>
        </p:nvSpPr>
        <p:spPr>
          <a:xfrm>
            <a:off x="914400" y="228600"/>
            <a:ext cx="77724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4"/>
          <p:cNvSpPr txBox="1"/>
          <p:nvPr>
            <p:ph idx="1" type="body"/>
          </p:nvPr>
        </p:nvSpPr>
        <p:spPr>
          <a:xfrm>
            <a:off x="990600" y="1828800"/>
            <a:ext cx="7772400" cy="1943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44"/>
          <p:cNvSpPr txBox="1"/>
          <p:nvPr>
            <p:ph idx="2" type="body"/>
          </p:nvPr>
        </p:nvSpPr>
        <p:spPr>
          <a:xfrm>
            <a:off x="990600" y="3924300"/>
            <a:ext cx="7772400" cy="1943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 name="Google Shape;70;p44"/>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4"/>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6F7"/>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rgbClr val="548446"/>
                </a:solidFill>
                <a:latin typeface="Arial"/>
                <a:ea typeface="Arial"/>
                <a:cs typeface="Arial"/>
                <a:sym typeface="Arial"/>
              </a:defRPr>
            </a:lvl9pPr>
          </a:lstStyle>
          <a:p/>
        </p:txBody>
      </p:sp>
      <p:sp>
        <p:nvSpPr>
          <p:cNvPr id="11" name="Google Shape;11;p32"/>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Times"/>
              <a:buChar char="•"/>
              <a:defRPr b="0" i="0" sz="2800" u="none" cap="none" strike="noStrike">
                <a:solidFill>
                  <a:schemeClr val="dk1"/>
                </a:solidFill>
                <a:latin typeface="Times"/>
                <a:ea typeface="Times"/>
                <a:cs typeface="Times"/>
                <a:sym typeface="Times"/>
              </a:defRPr>
            </a:lvl1pPr>
            <a:lvl2pPr indent="-381000" lvl="1" marL="914400" marR="0" rtl="0" algn="l">
              <a:lnSpc>
                <a:spcPct val="100000"/>
              </a:lnSpc>
              <a:spcBef>
                <a:spcPts val="480"/>
              </a:spcBef>
              <a:spcAft>
                <a:spcPts val="0"/>
              </a:spcAft>
              <a:buClr>
                <a:schemeClr val="dk1"/>
              </a:buClr>
              <a:buSzPts val="2400"/>
              <a:buFont typeface="Times"/>
              <a:buChar char="–"/>
              <a:defRPr b="0" i="0" sz="2400" u="none" cap="none" strike="noStrike">
                <a:solidFill>
                  <a:schemeClr val="dk1"/>
                </a:solidFill>
                <a:latin typeface="Times"/>
                <a:ea typeface="Times"/>
                <a:cs typeface="Times"/>
                <a:sym typeface="Times"/>
              </a:defRPr>
            </a:lvl2pPr>
            <a:lvl3pPr indent="-355600" lvl="2" marL="1371600" marR="0" rtl="0" algn="l">
              <a:lnSpc>
                <a:spcPct val="100000"/>
              </a:lnSpc>
              <a:spcBef>
                <a:spcPts val="400"/>
              </a:spcBef>
              <a:spcAft>
                <a:spcPts val="0"/>
              </a:spcAft>
              <a:buClr>
                <a:schemeClr val="dk1"/>
              </a:buClr>
              <a:buSzPts val="2000"/>
              <a:buFont typeface="Times"/>
              <a:buChar char="•"/>
              <a:defRPr b="0" i="0" sz="2000" u="none" cap="none" strike="noStrike">
                <a:solidFill>
                  <a:schemeClr val="dk1"/>
                </a:solidFill>
                <a:latin typeface="Times"/>
                <a:ea typeface="Times"/>
                <a:cs typeface="Times"/>
                <a:sym typeface="Times"/>
              </a:defRPr>
            </a:lvl3pPr>
            <a:lvl4pPr indent="-342900" lvl="3" marL="1828800" marR="0" rtl="0" algn="l">
              <a:lnSpc>
                <a:spcPct val="100000"/>
              </a:lnSpc>
              <a:spcBef>
                <a:spcPts val="360"/>
              </a:spcBef>
              <a:spcAft>
                <a:spcPts val="0"/>
              </a:spcAft>
              <a:buClr>
                <a:schemeClr val="dk1"/>
              </a:buClr>
              <a:buSzPts val="1800"/>
              <a:buFont typeface="Times"/>
              <a:buChar char="–"/>
              <a:defRPr b="0" i="0" sz="1800" u="none" cap="none" strike="noStrike">
                <a:solidFill>
                  <a:schemeClr val="dk1"/>
                </a:solidFill>
                <a:latin typeface="Times"/>
                <a:ea typeface="Times"/>
                <a:cs typeface="Times"/>
                <a:sym typeface="Times"/>
              </a:defRPr>
            </a:lvl4pPr>
            <a:lvl5pPr indent="-342900" lvl="4" marL="2286000" marR="0" rtl="0" algn="l">
              <a:lnSpc>
                <a:spcPct val="100000"/>
              </a:lnSpc>
              <a:spcBef>
                <a:spcPts val="360"/>
              </a:spcBef>
              <a:spcAft>
                <a:spcPts val="0"/>
              </a:spcAft>
              <a:buClr>
                <a:schemeClr val="dk1"/>
              </a:buClr>
              <a:buSzPts val="1800"/>
              <a:buFont typeface="Times"/>
              <a:buChar char="»"/>
              <a:defRPr b="0" i="0" sz="1800" u="none" cap="none" strike="noStrike">
                <a:solidFill>
                  <a:schemeClr val="dk1"/>
                </a:solidFill>
                <a:latin typeface="Times"/>
                <a:ea typeface="Times"/>
                <a:cs typeface="Times"/>
                <a:sym typeface="Times"/>
              </a:defRPr>
            </a:lvl5pPr>
            <a:lvl6pPr indent="-342900" lvl="5" marL="2743200" marR="0" rtl="0" algn="l">
              <a:lnSpc>
                <a:spcPct val="100000"/>
              </a:lnSpc>
              <a:spcBef>
                <a:spcPts val="360"/>
              </a:spcBef>
              <a:spcAft>
                <a:spcPts val="0"/>
              </a:spcAft>
              <a:buClr>
                <a:schemeClr val="dk1"/>
              </a:buClr>
              <a:buSzPts val="1800"/>
              <a:buFont typeface="Times"/>
              <a:buChar char="»"/>
              <a:defRPr b="0" i="0" sz="1800" u="none" cap="none" strike="noStrike">
                <a:solidFill>
                  <a:schemeClr val="dk1"/>
                </a:solidFill>
                <a:latin typeface="Times"/>
                <a:ea typeface="Times"/>
                <a:cs typeface="Times"/>
                <a:sym typeface="Times"/>
              </a:defRPr>
            </a:lvl6pPr>
            <a:lvl7pPr indent="-342900" lvl="6" marL="3200400" marR="0" rtl="0" algn="l">
              <a:lnSpc>
                <a:spcPct val="100000"/>
              </a:lnSpc>
              <a:spcBef>
                <a:spcPts val="360"/>
              </a:spcBef>
              <a:spcAft>
                <a:spcPts val="0"/>
              </a:spcAft>
              <a:buClr>
                <a:schemeClr val="dk1"/>
              </a:buClr>
              <a:buSzPts val="1800"/>
              <a:buFont typeface="Times"/>
              <a:buChar char="»"/>
              <a:defRPr b="0" i="0" sz="1800" u="none" cap="none" strike="noStrike">
                <a:solidFill>
                  <a:schemeClr val="dk1"/>
                </a:solidFill>
                <a:latin typeface="Times"/>
                <a:ea typeface="Times"/>
                <a:cs typeface="Times"/>
                <a:sym typeface="Times"/>
              </a:defRPr>
            </a:lvl7pPr>
            <a:lvl8pPr indent="-342900" lvl="7" marL="3657600" marR="0" rtl="0" algn="l">
              <a:lnSpc>
                <a:spcPct val="100000"/>
              </a:lnSpc>
              <a:spcBef>
                <a:spcPts val="360"/>
              </a:spcBef>
              <a:spcAft>
                <a:spcPts val="0"/>
              </a:spcAft>
              <a:buClr>
                <a:schemeClr val="dk1"/>
              </a:buClr>
              <a:buSzPts val="1800"/>
              <a:buFont typeface="Times"/>
              <a:buChar char="»"/>
              <a:defRPr b="0" i="0" sz="1800" u="none" cap="none" strike="noStrike">
                <a:solidFill>
                  <a:schemeClr val="dk1"/>
                </a:solidFill>
                <a:latin typeface="Times"/>
                <a:ea typeface="Times"/>
                <a:cs typeface="Times"/>
                <a:sym typeface="Times"/>
              </a:defRPr>
            </a:lvl8pPr>
            <a:lvl9pPr indent="-342900" lvl="8" marL="4114800" marR="0" rtl="0" algn="l">
              <a:lnSpc>
                <a:spcPct val="100000"/>
              </a:lnSpc>
              <a:spcBef>
                <a:spcPts val="360"/>
              </a:spcBef>
              <a:spcAft>
                <a:spcPts val="0"/>
              </a:spcAft>
              <a:buClr>
                <a:schemeClr val="dk1"/>
              </a:buClr>
              <a:buSzPts val="1800"/>
              <a:buFont typeface="Times"/>
              <a:buChar char="»"/>
              <a:defRPr b="0" i="0" sz="1800" u="none" cap="none" strike="noStrike">
                <a:solidFill>
                  <a:schemeClr val="dk1"/>
                </a:solidFill>
                <a:latin typeface="Times"/>
                <a:ea typeface="Times"/>
                <a:cs typeface="Times"/>
                <a:sym typeface="Times"/>
              </a:defRPr>
            </a:lvl9pPr>
          </a:lstStyle>
          <a:p/>
        </p:txBody>
      </p:sp>
      <p:sp>
        <p:nvSpPr>
          <p:cNvPr id="12" name="Google Shape;12;p32"/>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54844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13" name="Google Shape;13;p32"/>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48446"/>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mailto:phuc.nguyenmanh@eiu.edu.vn" TargetMode="Externa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visualgo.ne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53345b526f932c42_0"/>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CSE 202 - Discrete Mathematics II</a:t>
            </a:r>
            <a:endParaRPr/>
          </a:p>
        </p:txBody>
      </p:sp>
      <p:sp>
        <p:nvSpPr>
          <p:cNvPr id="78" name="Google Shape;78;g53345b526f932c42_0"/>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400"/>
              </a:spcBef>
              <a:spcAft>
                <a:spcPts val="0"/>
              </a:spcAft>
              <a:buSzPts val="2000"/>
              <a:buNone/>
            </a:pPr>
            <a:r>
              <a:t/>
            </a:r>
            <a:endParaRPr/>
          </a:p>
        </p:txBody>
      </p:sp>
      <p:sp>
        <p:nvSpPr>
          <p:cNvPr id="79" name="Google Shape;79;g53345b526f932c42_0"/>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r>
              <a:rPr lang="en-US"/>
              <a:t>1-</a:t>
            </a: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1400"/>
              <a:buNone/>
            </a:pPr>
            <a:r>
              <a:rPr lang="en-US"/>
              <a:t>Seven Bridges of Königsberg</a:t>
            </a:r>
            <a:endParaRPr/>
          </a:p>
        </p:txBody>
      </p:sp>
      <p:sp>
        <p:nvSpPr>
          <p:cNvPr id="85" name="Google Shape;85;p3"/>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86" name="Google Shape;86;p3"/>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3"/>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id="88" name="Google Shape;88;p3"/>
          <p:cNvPicPr preferRelativeResize="0"/>
          <p:nvPr/>
        </p:nvPicPr>
        <p:blipFill rotWithShape="1">
          <a:blip r:embed="rId3">
            <a:alphaModFix/>
          </a:blip>
          <a:srcRect b="0" l="0" r="0" t="0"/>
          <a:stretch/>
        </p:blipFill>
        <p:spPr>
          <a:xfrm>
            <a:off x="304800" y="1046375"/>
            <a:ext cx="7654445" cy="4897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1400"/>
              <a:buNone/>
            </a:pPr>
            <a:r>
              <a:rPr lang="en-US"/>
              <a:t>Seven Bridges of Königsberg</a:t>
            </a:r>
            <a:endParaRPr/>
          </a:p>
        </p:txBody>
      </p:sp>
      <p:sp>
        <p:nvSpPr>
          <p:cNvPr id="94" name="Google Shape;94;p2"/>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95" name="Google Shape;95;p2"/>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2"/>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id="97" name="Google Shape;97;p2"/>
          <p:cNvPicPr preferRelativeResize="0"/>
          <p:nvPr/>
        </p:nvPicPr>
        <p:blipFill rotWithShape="1">
          <a:blip r:embed="rId3">
            <a:alphaModFix/>
          </a:blip>
          <a:srcRect b="0" l="0" r="0" t="0"/>
          <a:stretch/>
        </p:blipFill>
        <p:spPr>
          <a:xfrm>
            <a:off x="0" y="701769"/>
            <a:ext cx="4270342" cy="3266915"/>
          </a:xfrm>
          <a:prstGeom prst="rect">
            <a:avLst/>
          </a:prstGeom>
          <a:noFill/>
          <a:ln>
            <a:noFill/>
          </a:ln>
        </p:spPr>
      </p:pic>
      <p:pic>
        <p:nvPicPr>
          <p:cNvPr descr="graph theory - Euler's Solution of Seven Bridges of Königsberg in Layman  Terms - Mathematics Stack Exchange" id="98" name="Google Shape;98;p2"/>
          <p:cNvPicPr preferRelativeResize="0"/>
          <p:nvPr/>
        </p:nvPicPr>
        <p:blipFill rotWithShape="1">
          <a:blip r:embed="rId4">
            <a:alphaModFix/>
          </a:blip>
          <a:srcRect b="-1935" l="0" r="5149" t="0"/>
          <a:stretch/>
        </p:blipFill>
        <p:spPr>
          <a:xfrm>
            <a:off x="3528932" y="2844191"/>
            <a:ext cx="5615068" cy="40138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3"/>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id="104" name="Google Shape;104;p13"/>
          <p:cNvPicPr preferRelativeResize="0"/>
          <p:nvPr>
            <p:ph idx="1" type="body"/>
          </p:nvPr>
        </p:nvPicPr>
        <p:blipFill rotWithShape="1">
          <a:blip r:embed="rId3">
            <a:alphaModFix/>
          </a:blip>
          <a:srcRect b="0" l="0" r="0" t="0"/>
          <a:stretch/>
        </p:blipFill>
        <p:spPr>
          <a:xfrm>
            <a:off x="1264415" y="1501890"/>
            <a:ext cx="6767569" cy="5279910"/>
          </a:xfrm>
          <a:prstGeom prst="rect">
            <a:avLst/>
          </a:prstGeom>
          <a:noFill/>
          <a:ln>
            <a:noFill/>
          </a:ln>
        </p:spPr>
      </p:pic>
      <p:sp>
        <p:nvSpPr>
          <p:cNvPr id="105" name="Google Shape;105;p13"/>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13"/>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107" name="Google Shape;107;p13"/>
          <p:cNvSpPr txBox="1"/>
          <p:nvPr/>
        </p:nvSpPr>
        <p:spPr>
          <a:xfrm>
            <a:off x="437029" y="879278"/>
            <a:ext cx="82420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Is it possible to go through all the doors provided that each door is passed through only once?</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2c4ec16ec5_0_0"/>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13" name="Google Shape;113;g22c4ec16ec5_0_0"/>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22c4ec16ec5_0_0"/>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id="115" name="Google Shape;115;g22c4ec16ec5_0_0"/>
          <p:cNvPicPr preferRelativeResize="0"/>
          <p:nvPr/>
        </p:nvPicPr>
        <p:blipFill rotWithShape="1">
          <a:blip r:embed="rId3">
            <a:alphaModFix/>
          </a:blip>
          <a:srcRect b="0" l="0" r="0" t="0"/>
          <a:stretch/>
        </p:blipFill>
        <p:spPr>
          <a:xfrm>
            <a:off x="2743200" y="838200"/>
            <a:ext cx="3657600" cy="548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7a61ad19220858b0_0"/>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Definition</a:t>
            </a:r>
            <a:endParaRPr/>
          </a:p>
        </p:txBody>
      </p:sp>
      <p:sp>
        <p:nvSpPr>
          <p:cNvPr id="122" name="Google Shape;122;g7a61ad19220858b0_0"/>
          <p:cNvSpPr txBox="1"/>
          <p:nvPr>
            <p:ph idx="1" type="body"/>
          </p:nvPr>
        </p:nvSpPr>
        <p:spPr>
          <a:xfrm>
            <a:off x="155250" y="861097"/>
            <a:ext cx="8686800" cy="7760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a:t>A graph is an ordered triple G=(V, E,ϕ)</a:t>
            </a:r>
            <a:endParaRPr/>
          </a:p>
          <a:p>
            <a:pPr indent="-342900" lvl="0" marL="457200" rtl="0" algn="l">
              <a:lnSpc>
                <a:spcPct val="100000"/>
              </a:lnSpc>
              <a:spcBef>
                <a:spcPts val="360"/>
              </a:spcBef>
              <a:spcAft>
                <a:spcPts val="0"/>
              </a:spcAft>
              <a:buSzPts val="1800"/>
              <a:buChar char="•"/>
            </a:pPr>
            <a:r>
              <a:rPr lang="en-US"/>
              <a:t>V, a set of vertices (also called nodes or points);</a:t>
            </a:r>
            <a:endParaRPr/>
          </a:p>
          <a:p>
            <a:pPr indent="-342900" lvl="0" marL="457200" rtl="0" algn="l">
              <a:lnSpc>
                <a:spcPct val="100000"/>
              </a:lnSpc>
              <a:spcBef>
                <a:spcPts val="0"/>
              </a:spcBef>
              <a:spcAft>
                <a:spcPts val="0"/>
              </a:spcAft>
              <a:buSzPts val="1800"/>
              <a:buChar char="•"/>
            </a:pPr>
            <a:r>
              <a:rPr lang="en-US"/>
              <a:t>E, a set of edges (also called links or lines);</a:t>
            </a:r>
            <a:endParaRPr/>
          </a:p>
          <a:p>
            <a:pPr indent="-342900" lvl="0" marL="457200" rtl="0" algn="l">
              <a:lnSpc>
                <a:spcPct val="100000"/>
              </a:lnSpc>
              <a:spcBef>
                <a:spcPts val="0"/>
              </a:spcBef>
              <a:spcAft>
                <a:spcPts val="0"/>
              </a:spcAft>
              <a:buSzPts val="1800"/>
              <a:buChar char="•"/>
            </a:pPr>
            <a:r>
              <a:rPr lang="en-US"/>
              <a:t>ϕ: E →{{x, y} ∣ x,y ∈V} an incidence function mapping every edge to a pair of vertices</a:t>
            </a:r>
            <a:endParaRPr/>
          </a:p>
        </p:txBody>
      </p:sp>
      <p:sp>
        <p:nvSpPr>
          <p:cNvPr id="123" name="Google Shape;123;g7a61ad19220858b0_0"/>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r>
              <a:rPr lang="en-US"/>
              <a:t>1-</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5"/>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Graph theory</a:t>
            </a:r>
            <a:endParaRPr/>
          </a:p>
        </p:txBody>
      </p:sp>
      <p:sp>
        <p:nvSpPr>
          <p:cNvPr id="129" name="Google Shape;129;p45"/>
          <p:cNvSpPr txBox="1"/>
          <p:nvPr>
            <p:ph idx="1" type="body"/>
          </p:nvPr>
        </p:nvSpPr>
        <p:spPr>
          <a:xfrm>
            <a:off x="0" y="769125"/>
            <a:ext cx="9144000" cy="58041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The basic idea of graphs were first introduced in the 18th century (1735) by Swiss mathematician Leonhard Euler on “</a:t>
            </a:r>
            <a:r>
              <a:rPr i="0" lang="en-US">
                <a:solidFill>
                  <a:srgbClr val="000000"/>
                </a:solidFill>
                <a:latin typeface="Times New Roman"/>
                <a:ea typeface="Times New Roman"/>
                <a:cs typeface="Times New Roman"/>
                <a:sym typeface="Times New Roman"/>
              </a:rPr>
              <a:t>Seven Bridges of Königsberg</a:t>
            </a:r>
            <a:r>
              <a:rPr lang="en-US">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0" lvl="0" marL="457200" rtl="0" algn="l">
              <a:lnSpc>
                <a:spcPct val="100000"/>
              </a:lnSpc>
              <a:spcBef>
                <a:spcPts val="360"/>
              </a:spcBef>
              <a:spcAft>
                <a:spcPts val="0"/>
              </a:spcAft>
              <a:buSzPts val="1800"/>
              <a:buNone/>
            </a:pPr>
            <a:r>
              <a:t/>
            </a:r>
            <a:endParaRPr>
              <a:solidFill>
                <a:srgbClr val="000000"/>
              </a:solidFill>
              <a:latin typeface="Times New Roman"/>
              <a:ea typeface="Times New Roman"/>
              <a:cs typeface="Times New Roman"/>
              <a:sym typeface="Times New Roman"/>
            </a:endParaRPr>
          </a:p>
          <a:p>
            <a:pPr indent="-342900" lvl="0" marL="457200" rtl="0" algn="l">
              <a:lnSpc>
                <a:spcPct val="100000"/>
              </a:lnSpc>
              <a:spcBef>
                <a:spcPts val="360"/>
              </a:spcBef>
              <a:spcAft>
                <a:spcPts val="0"/>
              </a:spcAft>
              <a:buClr>
                <a:schemeClr val="dk1"/>
              </a:buClr>
              <a:buSzPts val="1800"/>
              <a:buFont typeface="Times New Roman"/>
              <a:buChar char="•"/>
            </a:pPr>
            <a:r>
              <a:rPr i="0" lang="en-US">
                <a:solidFill>
                  <a:srgbClr val="000000"/>
                </a:solidFill>
                <a:latin typeface="Times New Roman"/>
                <a:ea typeface="Times New Roman"/>
                <a:cs typeface="Times New Roman"/>
                <a:sym typeface="Times New Roman"/>
              </a:rPr>
              <a:t>In Mathematics, it is a sub-field that deals with the study of graphs. Graph theory is the study of relationship between the vertices (nodes) and edges (lines).</a:t>
            </a:r>
            <a:endParaRPr i="0">
              <a:solidFill>
                <a:srgbClr val="000000"/>
              </a:solidFill>
              <a:latin typeface="Times New Roman"/>
              <a:ea typeface="Times New Roman"/>
              <a:cs typeface="Times New Roman"/>
              <a:sym typeface="Times New Roman"/>
            </a:endParaRPr>
          </a:p>
          <a:p>
            <a:pPr indent="0" lvl="0" marL="0" rtl="0" algn="l">
              <a:lnSpc>
                <a:spcPct val="100000"/>
              </a:lnSpc>
              <a:spcBef>
                <a:spcPts val="360"/>
              </a:spcBef>
              <a:spcAft>
                <a:spcPts val="0"/>
              </a:spcAft>
              <a:buSzPts val="1800"/>
              <a:buNone/>
            </a:pPr>
            <a:r>
              <a:t/>
            </a:r>
            <a:endParaRPr>
              <a:solidFill>
                <a:srgbClr val="000000"/>
              </a:solidFill>
              <a:latin typeface="Arial"/>
              <a:ea typeface="Arial"/>
              <a:cs typeface="Arial"/>
              <a:sym typeface="Arial"/>
            </a:endParaRPr>
          </a:p>
        </p:txBody>
      </p:sp>
      <p:sp>
        <p:nvSpPr>
          <p:cNvPr id="130" name="Google Shape;130;p45"/>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Why Study Graph Theory?</a:t>
            </a:r>
            <a:endParaRPr/>
          </a:p>
        </p:txBody>
      </p:sp>
      <p:sp>
        <p:nvSpPr>
          <p:cNvPr id="136" name="Google Shape;136;p7"/>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rPr b="1" lang="en-US"/>
              <a:t>1. A Powerful Modeling Tool</a:t>
            </a:r>
            <a:endParaRPr/>
          </a:p>
          <a:p>
            <a:pPr indent="0" lvl="0" marL="114300" rtl="0" algn="l">
              <a:lnSpc>
                <a:spcPct val="100000"/>
              </a:lnSpc>
              <a:spcBef>
                <a:spcPts val="360"/>
              </a:spcBef>
              <a:spcAft>
                <a:spcPts val="0"/>
              </a:spcAft>
              <a:buSzPts val="1800"/>
              <a:buNone/>
            </a:pPr>
            <a:r>
              <a:rPr lang="en-US"/>
              <a:t>Graphs represent relationships and structures: social networks, computer networks, circuits, molecules, the web, etc.</a:t>
            </a:r>
            <a:endParaRPr/>
          </a:p>
          <a:p>
            <a:pPr indent="0" lvl="0" marL="114300" rtl="0" algn="l">
              <a:lnSpc>
                <a:spcPct val="100000"/>
              </a:lnSpc>
              <a:spcBef>
                <a:spcPts val="360"/>
              </a:spcBef>
              <a:spcAft>
                <a:spcPts val="0"/>
              </a:spcAft>
              <a:buSzPts val="1800"/>
              <a:buNone/>
            </a:pPr>
            <a:r>
              <a:t/>
            </a:r>
            <a:endParaRPr/>
          </a:p>
          <a:p>
            <a:pPr indent="0" lvl="0" marL="114300" rtl="0" algn="l">
              <a:lnSpc>
                <a:spcPct val="100000"/>
              </a:lnSpc>
              <a:spcBef>
                <a:spcPts val="360"/>
              </a:spcBef>
              <a:spcAft>
                <a:spcPts val="0"/>
              </a:spcAft>
              <a:buSzPts val="1800"/>
              <a:buNone/>
            </a:pPr>
            <a:r>
              <a:rPr b="1" lang="en-US"/>
              <a:t>2. Foundation of Key Algorithms</a:t>
            </a:r>
            <a:endParaRPr/>
          </a:p>
          <a:p>
            <a:pPr indent="0" lvl="0" marL="114300" rtl="0" algn="l">
              <a:lnSpc>
                <a:spcPct val="100000"/>
              </a:lnSpc>
              <a:spcBef>
                <a:spcPts val="360"/>
              </a:spcBef>
              <a:spcAft>
                <a:spcPts val="0"/>
              </a:spcAft>
              <a:buSzPts val="1800"/>
              <a:buNone/>
            </a:pPr>
            <a:r>
              <a:rPr lang="en-US"/>
              <a:t>BFS, DFS, Dijkstra, Bellman-Ford, Kruskal, SCC, etc.</a:t>
            </a:r>
            <a:endParaRPr/>
          </a:p>
          <a:p>
            <a:pPr indent="0" lvl="0" marL="114300" rtl="0" algn="l">
              <a:lnSpc>
                <a:spcPct val="100000"/>
              </a:lnSpc>
              <a:spcBef>
                <a:spcPts val="360"/>
              </a:spcBef>
              <a:spcAft>
                <a:spcPts val="0"/>
              </a:spcAft>
              <a:buSzPts val="1800"/>
              <a:buNone/>
            </a:pPr>
            <a:r>
              <a:rPr lang="en-US"/>
              <a:t>Useful for pathfinding, optimization, scheduling, and network analysis.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Why Study Graph Theory?</a:t>
            </a:r>
            <a:endParaRPr/>
          </a:p>
        </p:txBody>
      </p:sp>
      <p:sp>
        <p:nvSpPr>
          <p:cNvPr id="142" name="Google Shape;142;p14"/>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rPr b="1" lang="en-US" sz="2400"/>
              <a:t>3. Broad Real-World Applications</a:t>
            </a:r>
            <a:endParaRPr/>
          </a:p>
          <a:p>
            <a:pPr indent="0" lvl="0" marL="114300" rtl="0" algn="l">
              <a:lnSpc>
                <a:spcPct val="100000"/>
              </a:lnSpc>
              <a:spcBef>
                <a:spcPts val="360"/>
              </a:spcBef>
              <a:spcAft>
                <a:spcPts val="0"/>
              </a:spcAft>
              <a:buSzPts val="1800"/>
              <a:buNone/>
            </a:pPr>
            <a:r>
              <a:rPr lang="en-US" sz="2400"/>
              <a:t>- 🚗 GPS and navigation systems</a:t>
            </a:r>
            <a:endParaRPr/>
          </a:p>
          <a:p>
            <a:pPr indent="0" lvl="0" marL="114300" rtl="0" algn="l">
              <a:lnSpc>
                <a:spcPct val="100000"/>
              </a:lnSpc>
              <a:spcBef>
                <a:spcPts val="360"/>
              </a:spcBef>
              <a:spcAft>
                <a:spcPts val="0"/>
              </a:spcAft>
              <a:buSzPts val="1800"/>
              <a:buNone/>
            </a:pPr>
            <a:r>
              <a:rPr lang="en-US" sz="2400"/>
              <a:t>- 🌐 Search engines and recommendation systems</a:t>
            </a:r>
            <a:endParaRPr/>
          </a:p>
          <a:p>
            <a:pPr indent="0" lvl="0" marL="114300" rtl="0" algn="l">
              <a:lnSpc>
                <a:spcPct val="100000"/>
              </a:lnSpc>
              <a:spcBef>
                <a:spcPts val="360"/>
              </a:spcBef>
              <a:spcAft>
                <a:spcPts val="0"/>
              </a:spcAft>
              <a:buSzPts val="1800"/>
              <a:buNone/>
            </a:pPr>
            <a:r>
              <a:rPr lang="en-US" sz="2400"/>
              <a:t>- 🧬 Bioinformatics (e.g., protein or gene networks)</a:t>
            </a:r>
            <a:endParaRPr/>
          </a:p>
          <a:p>
            <a:pPr indent="0" lvl="0" marL="114300" rtl="0" algn="l">
              <a:lnSpc>
                <a:spcPct val="100000"/>
              </a:lnSpc>
              <a:spcBef>
                <a:spcPts val="360"/>
              </a:spcBef>
              <a:spcAft>
                <a:spcPts val="0"/>
              </a:spcAft>
              <a:buSzPts val="1800"/>
              <a:buNone/>
            </a:pPr>
            <a:r>
              <a:rPr lang="en-US" sz="2400"/>
              <a:t>- 🔐 Cybersecurity and fraud detection</a:t>
            </a:r>
            <a:endParaRPr/>
          </a:p>
          <a:p>
            <a:pPr indent="0" lvl="0" marL="114300" rtl="0" algn="l">
              <a:lnSpc>
                <a:spcPct val="100000"/>
              </a:lnSpc>
              <a:spcBef>
                <a:spcPts val="360"/>
              </a:spcBef>
              <a:spcAft>
                <a:spcPts val="0"/>
              </a:spcAft>
              <a:buSzPts val="1800"/>
              <a:buNone/>
            </a:pPr>
            <a:r>
              <a:rPr lang="en-US" sz="2400"/>
              <a:t>- 🧠 Artificial Intelligence and Graph Neural Networks (GNNs)</a:t>
            </a:r>
            <a:endParaRPr/>
          </a:p>
          <a:p>
            <a:pPr indent="-228600" lvl="0" marL="457200" rtl="0" algn="l">
              <a:lnSpc>
                <a:spcPct val="100000"/>
              </a:lnSpc>
              <a:spcBef>
                <a:spcPts val="360"/>
              </a:spcBef>
              <a:spcAft>
                <a:spcPts val="0"/>
              </a:spcAft>
              <a:buClr>
                <a:schemeClr val="dk1"/>
              </a:buClr>
              <a:buSzPts val="1800"/>
              <a:buNone/>
            </a:pPr>
            <a:r>
              <a:t/>
            </a:r>
            <a:endParaRPr sz="2400"/>
          </a:p>
          <a:p>
            <a:pPr indent="0" lvl="0" marL="114300" rtl="0" algn="l">
              <a:lnSpc>
                <a:spcPct val="100000"/>
              </a:lnSpc>
              <a:spcBef>
                <a:spcPts val="360"/>
              </a:spcBef>
              <a:spcAft>
                <a:spcPts val="0"/>
              </a:spcAft>
              <a:buSzPts val="1800"/>
              <a:buNone/>
            </a:pPr>
            <a:r>
              <a:rPr b="1" lang="en-US" sz="2400"/>
              <a:t>4. Enhances Logical and Algorithmic Thinking</a:t>
            </a:r>
            <a:endParaRPr/>
          </a:p>
          <a:p>
            <a:pPr indent="0" lvl="0" marL="114300" rtl="0" algn="l">
              <a:lnSpc>
                <a:spcPct val="100000"/>
              </a:lnSpc>
              <a:spcBef>
                <a:spcPts val="360"/>
              </a:spcBef>
              <a:spcAft>
                <a:spcPts val="0"/>
              </a:spcAft>
              <a:buSzPts val="1800"/>
              <a:buNone/>
            </a:pPr>
            <a:r>
              <a:rPr lang="en-US" sz="2400"/>
              <a:t>- Encourages problem-solving, abstraction, and analytical skills.</a:t>
            </a:r>
            <a:endParaRPr/>
          </a:p>
          <a:p>
            <a:pPr indent="0" lvl="0" marL="114300" rtl="0" algn="l">
              <a:lnSpc>
                <a:spcPct val="100000"/>
              </a:lnSpc>
              <a:spcBef>
                <a:spcPts val="360"/>
              </a:spcBef>
              <a:spcAft>
                <a:spcPts val="0"/>
              </a:spcAft>
              <a:buSzPts val="1800"/>
              <a:buNone/>
            </a:pPr>
            <a:r>
              <a:t/>
            </a:r>
            <a:endParaRPr sz="2400"/>
          </a:p>
          <a:p>
            <a:pPr indent="0" lvl="0" marL="114300" rtl="0" algn="l">
              <a:lnSpc>
                <a:spcPct val="100000"/>
              </a:lnSpc>
              <a:spcBef>
                <a:spcPts val="360"/>
              </a:spcBef>
              <a:spcAft>
                <a:spcPts val="0"/>
              </a:spcAft>
              <a:buSzPts val="1800"/>
              <a:buNone/>
            </a:pPr>
            <a:r>
              <a:rPr lang="en-US" sz="2400"/>
              <a:t>✅ Graph theory bridges mathematics and modern technology — a must-have toolkit for every computer scientist.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9"/>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Course Description</a:t>
            </a:r>
            <a:endParaRPr/>
          </a:p>
        </p:txBody>
      </p:sp>
      <p:sp>
        <p:nvSpPr>
          <p:cNvPr id="148" name="Google Shape;148;p19"/>
          <p:cNvSpPr txBox="1"/>
          <p:nvPr>
            <p:ph idx="1" type="body"/>
          </p:nvPr>
        </p:nvSpPr>
        <p:spPr>
          <a:xfrm>
            <a:off x="228600" y="876300"/>
            <a:ext cx="86868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Times"/>
              <a:buNone/>
            </a:pPr>
            <a:r>
              <a:rPr lang="en-US" sz="2000"/>
              <a:t>Graph theory has a wide range of applications in software engineering and computer networks. </a:t>
            </a:r>
            <a:endParaRPr/>
          </a:p>
          <a:p>
            <a:pPr indent="0" lvl="0" marL="0" marR="0" rtl="0" algn="l">
              <a:lnSpc>
                <a:spcPct val="120000"/>
              </a:lnSpc>
              <a:spcBef>
                <a:spcPts val="0"/>
              </a:spcBef>
              <a:spcAft>
                <a:spcPts val="0"/>
              </a:spcAft>
              <a:buClr>
                <a:schemeClr val="dk1"/>
              </a:buClr>
              <a:buSzPts val="2000"/>
              <a:buFont typeface="Times"/>
              <a:buNone/>
            </a:pPr>
            <a:r>
              <a:t/>
            </a:r>
            <a:endParaRPr sz="2000"/>
          </a:p>
          <a:p>
            <a:pPr indent="0" lvl="0" marL="0" rtl="0" algn="l">
              <a:lnSpc>
                <a:spcPct val="120000"/>
              </a:lnSpc>
              <a:spcBef>
                <a:spcPts val="0"/>
              </a:spcBef>
              <a:spcAft>
                <a:spcPts val="0"/>
              </a:spcAft>
              <a:buClr>
                <a:schemeClr val="dk1"/>
              </a:buClr>
              <a:buSzPts val="2000"/>
              <a:buFont typeface="Times"/>
              <a:buNone/>
            </a:pPr>
            <a:r>
              <a:t/>
            </a:r>
            <a:endParaRPr sz="2000"/>
          </a:p>
          <a:p>
            <a:pPr indent="0" lvl="0" marL="0" marR="0" rtl="0" algn="l">
              <a:lnSpc>
                <a:spcPct val="120000"/>
              </a:lnSpc>
              <a:spcBef>
                <a:spcPts val="0"/>
              </a:spcBef>
              <a:spcAft>
                <a:spcPts val="0"/>
              </a:spcAft>
              <a:buClr>
                <a:schemeClr val="dk1"/>
              </a:buClr>
              <a:buSzPts val="2000"/>
              <a:buFont typeface="Times"/>
              <a:buNone/>
            </a:pPr>
            <a:r>
              <a:rPr lang="en-US" sz="2000"/>
              <a:t>The course provides the concepts and theorems of graph and tree, related algorithms and applications, including depth first search, breadth first search, single shortest path, minimum spanning tree, binary search tree, balanced binary tree.</a:t>
            </a:r>
            <a:endParaRPr/>
          </a:p>
          <a:p>
            <a:pPr indent="0" lvl="0" marL="0" marR="0" rtl="0" algn="l">
              <a:lnSpc>
                <a:spcPct val="120000"/>
              </a:lnSpc>
              <a:spcBef>
                <a:spcPts val="0"/>
              </a:spcBef>
              <a:spcAft>
                <a:spcPts val="0"/>
              </a:spcAft>
              <a:buClr>
                <a:schemeClr val="dk1"/>
              </a:buClr>
              <a:buSzPts val="2000"/>
              <a:buFont typeface="Times"/>
              <a:buNone/>
            </a:pPr>
            <a:r>
              <a:t/>
            </a:r>
            <a:endParaRPr sz="2000"/>
          </a:p>
          <a:p>
            <a:pPr indent="0" lvl="0" marL="0" rtl="0" algn="l">
              <a:lnSpc>
                <a:spcPct val="120000"/>
              </a:lnSpc>
              <a:spcBef>
                <a:spcPts val="0"/>
              </a:spcBef>
              <a:spcAft>
                <a:spcPts val="0"/>
              </a:spcAft>
              <a:buClr>
                <a:schemeClr val="dk1"/>
              </a:buClr>
              <a:buSzPts val="2000"/>
              <a:buFont typeface="Times"/>
              <a:buNone/>
            </a:pPr>
            <a:r>
              <a:rPr lang="en-US" sz="2000"/>
              <a:t>The course also develops methods and skills to identify problems, create models for the problems in graph language, design data structures to represent the problem, then apply appropriate algorithms to solve the problem.</a:t>
            </a:r>
            <a:endParaRPr sz="2000"/>
          </a:p>
          <a:p>
            <a:pPr indent="0" lvl="0" marL="0" marR="0" rtl="0" algn="l">
              <a:lnSpc>
                <a:spcPct val="120000"/>
              </a:lnSpc>
              <a:spcBef>
                <a:spcPts val="0"/>
              </a:spcBef>
              <a:spcAft>
                <a:spcPts val="0"/>
              </a:spcAft>
              <a:buClr>
                <a:schemeClr val="dk1"/>
              </a:buClr>
              <a:buSzPts val="2000"/>
              <a:buFont typeface="Times"/>
              <a:buNone/>
            </a:pPr>
            <a:r>
              <a:t/>
            </a:r>
            <a:endParaRPr/>
          </a:p>
        </p:txBody>
      </p:sp>
      <p:sp>
        <p:nvSpPr>
          <p:cNvPr id="149" name="Google Shape;149;p19"/>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150" name="Google Shape;150;p19"/>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Discrete Math 2</a:t>
            </a:r>
            <a:endParaRPr/>
          </a:p>
        </p:txBody>
      </p:sp>
      <p:sp>
        <p:nvSpPr>
          <p:cNvPr id="156" name="Google Shape;156;p18"/>
          <p:cNvSpPr txBox="1"/>
          <p:nvPr>
            <p:ph idx="1" type="body"/>
          </p:nvPr>
        </p:nvSpPr>
        <p:spPr>
          <a:xfrm>
            <a:off x="304800" y="876306"/>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a:buChar char="•"/>
            </a:pPr>
            <a:r>
              <a:rPr lang="en-US" sz="2400"/>
              <a:t>Prerequisites</a:t>
            </a:r>
            <a:endParaRPr/>
          </a:p>
          <a:p>
            <a:pPr indent="-285750" lvl="1" marL="742950" rtl="0" algn="l">
              <a:lnSpc>
                <a:spcPct val="100000"/>
              </a:lnSpc>
              <a:spcBef>
                <a:spcPts val="480"/>
              </a:spcBef>
              <a:spcAft>
                <a:spcPts val="0"/>
              </a:spcAft>
              <a:buClr>
                <a:schemeClr val="dk1"/>
              </a:buClr>
              <a:buSzPts val="2400"/>
              <a:buFont typeface="Times"/>
              <a:buChar char="–"/>
            </a:pPr>
            <a:r>
              <a:rPr lang="en-US"/>
              <a:t>Data Structure and Algorithms</a:t>
            </a:r>
            <a:endParaRPr/>
          </a:p>
          <a:p>
            <a:pPr indent="-285750" lvl="1" marL="742950" rtl="0" algn="l">
              <a:lnSpc>
                <a:spcPct val="100000"/>
              </a:lnSpc>
              <a:spcBef>
                <a:spcPts val="480"/>
              </a:spcBef>
              <a:spcAft>
                <a:spcPts val="0"/>
              </a:spcAft>
              <a:buClr>
                <a:srgbClr val="999999"/>
              </a:buClr>
              <a:buSzPts val="2400"/>
              <a:buFont typeface="Times"/>
              <a:buChar char="–"/>
            </a:pPr>
            <a:r>
              <a:rPr lang="en-US">
                <a:solidFill>
                  <a:srgbClr val="999999"/>
                </a:solidFill>
              </a:rPr>
              <a:t>Object Oriented Programming</a:t>
            </a:r>
            <a:endParaRPr/>
          </a:p>
          <a:p>
            <a:pPr indent="0" lvl="0" marL="0" rtl="0" algn="l">
              <a:lnSpc>
                <a:spcPct val="100000"/>
              </a:lnSpc>
              <a:spcBef>
                <a:spcPts val="480"/>
              </a:spcBef>
              <a:spcAft>
                <a:spcPts val="0"/>
              </a:spcAft>
              <a:buSzPts val="1800"/>
              <a:buNone/>
            </a:pPr>
            <a:r>
              <a:t/>
            </a:r>
            <a:endParaRPr>
              <a:solidFill>
                <a:srgbClr val="999999"/>
              </a:solidFill>
            </a:endParaRPr>
          </a:p>
          <a:p>
            <a:pPr indent="-381000" lvl="0" marL="457200" rtl="0" algn="l">
              <a:lnSpc>
                <a:spcPct val="100000"/>
              </a:lnSpc>
              <a:spcBef>
                <a:spcPts val="480"/>
              </a:spcBef>
              <a:spcAft>
                <a:spcPts val="0"/>
              </a:spcAft>
              <a:buClr>
                <a:srgbClr val="000000"/>
              </a:buClr>
              <a:buSzPts val="2400"/>
              <a:buFont typeface="Times"/>
              <a:buChar char="•"/>
            </a:pPr>
            <a:r>
              <a:rPr lang="en-US">
                <a:solidFill>
                  <a:srgbClr val="000000"/>
                </a:solidFill>
              </a:rPr>
              <a:t>Be prerequisites of:</a:t>
            </a:r>
            <a:endParaRPr>
              <a:solidFill>
                <a:srgbClr val="000000"/>
              </a:solidFill>
            </a:endParaRPr>
          </a:p>
          <a:p>
            <a:pPr indent="-285750" lvl="1" marL="742950" rtl="0" algn="l">
              <a:lnSpc>
                <a:spcPct val="100000"/>
              </a:lnSpc>
              <a:spcBef>
                <a:spcPts val="480"/>
              </a:spcBef>
              <a:spcAft>
                <a:spcPts val="0"/>
              </a:spcAft>
              <a:buSzPts val="2400"/>
              <a:buChar char="–"/>
            </a:pPr>
            <a:r>
              <a:rPr lang="en-US"/>
              <a:t>Analysis and design algorithms</a:t>
            </a:r>
            <a:endParaRPr/>
          </a:p>
        </p:txBody>
      </p:sp>
      <p:sp>
        <p:nvSpPr>
          <p:cNvPr id="157" name="Google Shape;157;p18"/>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158" name="Google Shape;158;p18"/>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64" name="Google Shape;164;p4"/>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165" name="Google Shape;165;p4"/>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4"/>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id="167" name="Google Shape;167;p4"/>
          <p:cNvPicPr preferRelativeResize="0"/>
          <p:nvPr/>
        </p:nvPicPr>
        <p:blipFill rotWithShape="1">
          <a:blip r:embed="rId3">
            <a:alphaModFix/>
          </a:blip>
          <a:srcRect b="0" l="0" r="0" t="0"/>
          <a:stretch/>
        </p:blipFill>
        <p:spPr>
          <a:xfrm>
            <a:off x="138112" y="9525"/>
            <a:ext cx="8867775" cy="6838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73" name="Google Shape;173;p5"/>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174" name="Google Shape;174;p5"/>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5"/>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http://1.bp.blogspot.com/-JQlcdxOftz4/TrHOfOaTRFI/AAAAAAAAAIE/lCpur_pU9hA/s1600/Network+1.png" id="176" name="Google Shape;176;p5"/>
          <p:cNvPicPr preferRelativeResize="0"/>
          <p:nvPr/>
        </p:nvPicPr>
        <p:blipFill rotWithShape="1">
          <a:blip r:embed="rId3">
            <a:alphaModFix/>
          </a:blip>
          <a:srcRect b="0" l="0" r="0" t="0"/>
          <a:stretch/>
        </p:blipFill>
        <p:spPr>
          <a:xfrm>
            <a:off x="0" y="0"/>
            <a:ext cx="9140662" cy="6781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Social Network</a:t>
            </a:r>
            <a:endParaRPr/>
          </a:p>
        </p:txBody>
      </p:sp>
      <p:sp>
        <p:nvSpPr>
          <p:cNvPr id="182" name="Google Shape;182;p6"/>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183" name="Google Shape;183;p6"/>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6"/>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Inventions | Free Full-Text | Graph Theory: A Comprehensive Survey about Graph  Theory Applications in Computer Science and Social Networks" id="185" name="Google Shape;185;p6"/>
          <p:cNvPicPr preferRelativeResize="0"/>
          <p:nvPr/>
        </p:nvPicPr>
        <p:blipFill rotWithShape="1">
          <a:blip r:embed="rId3">
            <a:alphaModFix/>
          </a:blip>
          <a:srcRect b="0" l="0" r="0" t="0"/>
          <a:stretch/>
        </p:blipFill>
        <p:spPr>
          <a:xfrm>
            <a:off x="0" y="760413"/>
            <a:ext cx="9144000" cy="533558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Linguistics</a:t>
            </a:r>
            <a:endParaRPr/>
          </a:p>
        </p:txBody>
      </p:sp>
      <p:sp>
        <p:nvSpPr>
          <p:cNvPr id="191" name="Google Shape;191;p23"/>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192" name="Google Shape;192;p23"/>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Graphs in Linguistics: Diagrammatic Features and Data Models | SpringerLink" id="193" name="Google Shape;193;p23"/>
          <p:cNvPicPr preferRelativeResize="0"/>
          <p:nvPr/>
        </p:nvPicPr>
        <p:blipFill rotWithShape="1">
          <a:blip r:embed="rId3">
            <a:alphaModFix/>
          </a:blip>
          <a:srcRect b="0" l="0" r="0" t="0"/>
          <a:stretch/>
        </p:blipFill>
        <p:spPr>
          <a:xfrm>
            <a:off x="521765" y="1602498"/>
            <a:ext cx="8352786" cy="49507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p8"/>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99" name="Google Shape;199;p8"/>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200" name="Google Shape;200;p8"/>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8"/>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https://upload.wikimedia.org/wikipedia/en/9/91/AFL_finals_v2.png" id="202" name="Google Shape;202;p8"/>
          <p:cNvPicPr preferRelativeResize="0"/>
          <p:nvPr/>
        </p:nvPicPr>
        <p:blipFill rotWithShape="1">
          <a:blip r:embed="rId3">
            <a:alphaModFix/>
          </a:blip>
          <a:srcRect b="0" l="0" r="0" t="0"/>
          <a:stretch/>
        </p:blipFill>
        <p:spPr>
          <a:xfrm>
            <a:off x="0" y="838200"/>
            <a:ext cx="9144000" cy="548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9"/>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208" name="Google Shape;208;p9"/>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209" name="Google Shape;209;p9"/>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9"/>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http://people.brunel.ac.uk/~mastjjb/jeb/or/DEC93.GIF" id="211" name="Google Shape;211;p9"/>
          <p:cNvPicPr preferRelativeResize="0"/>
          <p:nvPr/>
        </p:nvPicPr>
        <p:blipFill rotWithShape="1">
          <a:blip r:embed="rId3">
            <a:alphaModFix/>
          </a:blip>
          <a:srcRect b="0" l="0" r="0" t="0"/>
          <a:stretch/>
        </p:blipFill>
        <p:spPr>
          <a:xfrm>
            <a:off x="1479176" y="990600"/>
            <a:ext cx="6721288" cy="533848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217" name="Google Shape;217;p11"/>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218" name="Google Shape;218;p11"/>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1"/>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https://www.ibm.com/developerworks/mydeveloperworks/blogs/94e7fded-7162-445e-8ceb-97a2140866a9/resource/BLOGS_UPLOADED_IMAGES/orgchart.png" id="220" name="Google Shape;220;p11"/>
          <p:cNvPicPr preferRelativeResize="0"/>
          <p:nvPr/>
        </p:nvPicPr>
        <p:blipFill rotWithShape="1">
          <a:blip r:embed="rId3">
            <a:alphaModFix/>
          </a:blip>
          <a:srcRect b="0" l="0" r="0" t="0"/>
          <a:stretch/>
        </p:blipFill>
        <p:spPr>
          <a:xfrm>
            <a:off x="304801" y="923924"/>
            <a:ext cx="8839200" cy="5248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Applications in game</a:t>
            </a:r>
            <a:endParaRPr/>
          </a:p>
        </p:txBody>
      </p:sp>
      <p:sp>
        <p:nvSpPr>
          <p:cNvPr id="226" name="Google Shape;226;p27"/>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227" name="Google Shape;227;p27"/>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id="228" name="Google Shape;228;p27"/>
          <p:cNvPicPr preferRelativeResize="0"/>
          <p:nvPr/>
        </p:nvPicPr>
        <p:blipFill rotWithShape="1">
          <a:blip r:embed="rId3">
            <a:alphaModFix/>
          </a:blip>
          <a:srcRect b="0" l="0" r="0" t="0"/>
          <a:stretch/>
        </p:blipFill>
        <p:spPr>
          <a:xfrm>
            <a:off x="0" y="666750"/>
            <a:ext cx="9144000" cy="55229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234" name="Google Shape;234;p12"/>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235" name="Google Shape;235;p12"/>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2"/>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http://4.bp.blogspot.com/-3VqYO9fPPQE/UUBUbAl2MxI/AAAAAAAAD80/-6QiT6DjIWI/s1600/DS14-BSTF.png" id="237" name="Google Shape;237;p12"/>
          <p:cNvPicPr preferRelativeResize="0"/>
          <p:nvPr/>
        </p:nvPicPr>
        <p:blipFill rotWithShape="1">
          <a:blip r:embed="rId3">
            <a:alphaModFix/>
          </a:blip>
          <a:srcRect b="0" l="0" r="0" t="0"/>
          <a:stretch/>
        </p:blipFill>
        <p:spPr>
          <a:xfrm>
            <a:off x="85725" y="89841"/>
            <a:ext cx="8829675" cy="652070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Drawing something using one pen stroke</a:t>
            </a:r>
            <a:endParaRPr/>
          </a:p>
        </p:txBody>
      </p:sp>
      <p:sp>
        <p:nvSpPr>
          <p:cNvPr id="243" name="Google Shape;243;p35"/>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244" name="Google Shape;244;p35"/>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descr="r/theydidthemath - [REQUEST] Is it possible to draw this shape in one stroke of a pen, without going over a line? And if so, how many different ways are there?" id="245" name="Google Shape;245;p35"/>
          <p:cNvPicPr preferRelativeResize="0"/>
          <p:nvPr/>
        </p:nvPicPr>
        <p:blipFill rotWithShape="1">
          <a:blip r:embed="rId3">
            <a:alphaModFix/>
          </a:blip>
          <a:srcRect b="35539" l="26728" r="38419" t="12898"/>
          <a:stretch/>
        </p:blipFill>
        <p:spPr>
          <a:xfrm>
            <a:off x="304800" y="533400"/>
            <a:ext cx="2884395" cy="2473641"/>
          </a:xfrm>
          <a:prstGeom prst="rect">
            <a:avLst/>
          </a:prstGeom>
          <a:noFill/>
          <a:ln>
            <a:noFill/>
          </a:ln>
        </p:spPr>
      </p:pic>
      <p:pic>
        <p:nvPicPr>
          <p:cNvPr id="246" name="Google Shape;246;p35"/>
          <p:cNvPicPr preferRelativeResize="0"/>
          <p:nvPr/>
        </p:nvPicPr>
        <p:blipFill rotWithShape="1">
          <a:blip r:embed="rId4">
            <a:alphaModFix/>
          </a:blip>
          <a:srcRect b="0" l="0" r="0" t="0"/>
          <a:stretch/>
        </p:blipFill>
        <p:spPr>
          <a:xfrm>
            <a:off x="5971046" y="533400"/>
            <a:ext cx="2651901" cy="2552300"/>
          </a:xfrm>
          <a:prstGeom prst="rect">
            <a:avLst/>
          </a:prstGeom>
          <a:noFill/>
          <a:ln>
            <a:noFill/>
          </a:ln>
        </p:spPr>
      </p:pic>
      <p:pic>
        <p:nvPicPr>
          <p:cNvPr id="247" name="Google Shape;247;p35"/>
          <p:cNvPicPr preferRelativeResize="0"/>
          <p:nvPr/>
        </p:nvPicPr>
        <p:blipFill rotWithShape="1">
          <a:blip r:embed="rId5">
            <a:alphaModFix/>
          </a:blip>
          <a:srcRect b="42679" l="4326" r="3647" t="1633"/>
          <a:stretch/>
        </p:blipFill>
        <p:spPr>
          <a:xfrm>
            <a:off x="5286377" y="3186952"/>
            <a:ext cx="3550023" cy="3818965"/>
          </a:xfrm>
          <a:prstGeom prst="rect">
            <a:avLst/>
          </a:prstGeom>
          <a:noFill/>
          <a:ln>
            <a:noFill/>
          </a:ln>
        </p:spPr>
      </p:pic>
      <p:pic>
        <p:nvPicPr>
          <p:cNvPr id="248" name="Google Shape;248;p35"/>
          <p:cNvPicPr preferRelativeResize="0"/>
          <p:nvPr/>
        </p:nvPicPr>
        <p:blipFill rotWithShape="1">
          <a:blip r:embed="rId5">
            <a:alphaModFix/>
          </a:blip>
          <a:srcRect b="0" l="0" r="0" t="56078"/>
          <a:stretch/>
        </p:blipFill>
        <p:spPr>
          <a:xfrm>
            <a:off x="0" y="3845859"/>
            <a:ext cx="3857625" cy="301214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5"/>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Game</a:t>
            </a:r>
            <a:endParaRPr/>
          </a:p>
        </p:txBody>
      </p:sp>
      <p:sp>
        <p:nvSpPr>
          <p:cNvPr id="254" name="Google Shape;254;p15"/>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dk1"/>
              </a:buClr>
              <a:buSzPts val="2800"/>
              <a:buFont typeface="Times"/>
              <a:buNone/>
            </a:pPr>
            <a:r>
              <a:rPr lang="en-US"/>
              <a:t>Draw the grid again in one stroke to minimize the number of segments, including counting overlapping segments</a:t>
            </a:r>
            <a:endParaRPr/>
          </a:p>
        </p:txBody>
      </p:sp>
      <p:sp>
        <p:nvSpPr>
          <p:cNvPr id="255" name="Google Shape;255;p15"/>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15"/>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pic>
        <p:nvPicPr>
          <p:cNvPr id="257" name="Google Shape;257;p15"/>
          <p:cNvPicPr preferRelativeResize="0"/>
          <p:nvPr/>
        </p:nvPicPr>
        <p:blipFill rotWithShape="1">
          <a:blip r:embed="rId3">
            <a:alphaModFix/>
          </a:blip>
          <a:srcRect b="0" l="0" r="0" t="0"/>
          <a:stretch/>
        </p:blipFill>
        <p:spPr>
          <a:xfrm>
            <a:off x="1885950" y="2228032"/>
            <a:ext cx="5372100" cy="424896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Discrete Mathematics II</a:t>
            </a:r>
            <a:endParaRPr/>
          </a:p>
        </p:txBody>
      </p:sp>
      <p:sp>
        <p:nvSpPr>
          <p:cNvPr id="263" name="Google Shape;263;p16"/>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a:buChar char="•"/>
            </a:pPr>
            <a:r>
              <a:rPr lang="en-US" sz="2400"/>
              <a:t>Lecturer</a:t>
            </a:r>
            <a:endParaRPr/>
          </a:p>
          <a:p>
            <a:pPr indent="-285750" lvl="1" marL="742950" rtl="0" algn="l">
              <a:lnSpc>
                <a:spcPct val="100000"/>
              </a:lnSpc>
              <a:spcBef>
                <a:spcPts val="400"/>
              </a:spcBef>
              <a:spcAft>
                <a:spcPts val="0"/>
              </a:spcAft>
              <a:buClr>
                <a:schemeClr val="dk1"/>
              </a:buClr>
              <a:buSzPts val="2000"/>
              <a:buFont typeface="Times"/>
              <a:buChar char="–"/>
            </a:pPr>
            <a:r>
              <a:rPr lang="en-US" sz="2000"/>
              <a:t>Lecturer: Nguyễn Manh Phúc</a:t>
            </a:r>
            <a:endParaRPr/>
          </a:p>
          <a:p>
            <a:pPr indent="-285750" lvl="1" marL="742950" rtl="0" algn="l">
              <a:lnSpc>
                <a:spcPct val="100000"/>
              </a:lnSpc>
              <a:spcBef>
                <a:spcPts val="400"/>
              </a:spcBef>
              <a:spcAft>
                <a:spcPts val="0"/>
              </a:spcAft>
              <a:buClr>
                <a:schemeClr val="dk1"/>
              </a:buClr>
              <a:buSzPts val="2000"/>
              <a:buFont typeface="Times"/>
              <a:buChar char="–"/>
            </a:pPr>
            <a:r>
              <a:rPr lang="en-US" sz="2000"/>
              <a:t>Email: </a:t>
            </a:r>
            <a:r>
              <a:rPr lang="en-US" sz="2000" u="sng">
                <a:solidFill>
                  <a:schemeClr val="hlink"/>
                </a:solidFill>
                <a:hlinkClick r:id="rId3"/>
              </a:rPr>
              <a:t>phuc.nguyenmanh@eiu.edu.vn</a:t>
            </a:r>
            <a:endParaRPr sz="2000" u="sng">
              <a:solidFill>
                <a:schemeClr val="hlink"/>
              </a:solidFill>
            </a:endParaRPr>
          </a:p>
          <a:p>
            <a:pPr indent="-285750" lvl="1" marL="742950" rtl="0" algn="l">
              <a:lnSpc>
                <a:spcPct val="100000"/>
              </a:lnSpc>
              <a:spcBef>
                <a:spcPts val="400"/>
              </a:spcBef>
              <a:spcAft>
                <a:spcPts val="0"/>
              </a:spcAft>
              <a:buClr>
                <a:schemeClr val="dk1"/>
              </a:buClr>
              <a:buSzPts val="2000"/>
              <a:buFont typeface="Times"/>
              <a:buChar char="–"/>
            </a:pPr>
            <a:r>
              <a:rPr lang="en-US" sz="2000" u="sng">
                <a:solidFill>
                  <a:schemeClr val="hlink"/>
                </a:solidFill>
              </a:rPr>
              <a:t>Zalo: </a:t>
            </a:r>
            <a:endParaRPr sz="2000"/>
          </a:p>
          <a:p>
            <a:pPr indent="-133350" lvl="1" marL="742950" rtl="0" algn="l">
              <a:lnSpc>
                <a:spcPct val="100000"/>
              </a:lnSpc>
              <a:spcBef>
                <a:spcPts val="480"/>
              </a:spcBef>
              <a:spcAft>
                <a:spcPts val="0"/>
              </a:spcAft>
              <a:buClr>
                <a:schemeClr val="dk1"/>
              </a:buClr>
              <a:buSzPts val="2400"/>
              <a:buFont typeface="Times"/>
              <a:buNone/>
            </a:pPr>
            <a:r>
              <a:t/>
            </a:r>
            <a:endParaRPr/>
          </a:p>
        </p:txBody>
      </p:sp>
      <p:sp>
        <p:nvSpPr>
          <p:cNvPr id="264" name="Google Shape;264;p16"/>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265" name="Google Shape;265;p16"/>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pic>
        <p:nvPicPr>
          <p:cNvPr id="266" name="Google Shape;266;p16"/>
          <p:cNvPicPr preferRelativeResize="0"/>
          <p:nvPr/>
        </p:nvPicPr>
        <p:blipFill rotWithShape="1">
          <a:blip r:embed="rId4">
            <a:alphaModFix/>
          </a:blip>
          <a:srcRect b="0" l="0" r="0" t="0"/>
          <a:stretch/>
        </p:blipFill>
        <p:spPr>
          <a:xfrm>
            <a:off x="2632829" y="2446256"/>
            <a:ext cx="3238107" cy="323810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Discrete Math 2</a:t>
            </a:r>
            <a:endParaRPr/>
          </a:p>
        </p:txBody>
      </p:sp>
      <p:sp>
        <p:nvSpPr>
          <p:cNvPr id="272" name="Google Shape;272;p17"/>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a:buChar char="•"/>
            </a:pPr>
            <a:r>
              <a:rPr lang="en-US" sz="2400"/>
              <a:t>Text books</a:t>
            </a:r>
            <a:endParaRPr/>
          </a:p>
          <a:p>
            <a:pPr indent="-285750" lvl="1" marL="742950" rtl="0" algn="l">
              <a:lnSpc>
                <a:spcPct val="100000"/>
              </a:lnSpc>
              <a:spcBef>
                <a:spcPts val="400"/>
              </a:spcBef>
              <a:spcAft>
                <a:spcPts val="0"/>
              </a:spcAft>
              <a:buClr>
                <a:schemeClr val="dk1"/>
              </a:buClr>
              <a:buSzPts val="2000"/>
              <a:buFont typeface="Times"/>
              <a:buChar char="–"/>
            </a:pPr>
            <a:r>
              <a:rPr lang="en-US" sz="2000"/>
              <a:t>Kenneth H. Rosen, Discrete Mathematics and Its Applications, 8E</a:t>
            </a:r>
            <a:endParaRPr/>
          </a:p>
          <a:p>
            <a:pPr indent="-285750" lvl="1" marL="742950" rtl="0" algn="l">
              <a:lnSpc>
                <a:spcPct val="100000"/>
              </a:lnSpc>
              <a:spcBef>
                <a:spcPts val="400"/>
              </a:spcBef>
              <a:spcAft>
                <a:spcPts val="0"/>
              </a:spcAft>
              <a:buSzPts val="2000"/>
              <a:buChar char="–"/>
            </a:pPr>
            <a:r>
              <a:rPr lang="en-US" sz="2000"/>
              <a:t>Reinhard Diestel, Graph Theory, 6th Edition (2024), Springer-Verlag Heidelberg.</a:t>
            </a:r>
            <a:endParaRPr sz="2000"/>
          </a:p>
          <a:p>
            <a:pPr indent="-342900" lvl="0" marL="342900" rtl="0" algn="l">
              <a:lnSpc>
                <a:spcPct val="100000"/>
              </a:lnSpc>
              <a:spcBef>
                <a:spcPts val="560"/>
              </a:spcBef>
              <a:spcAft>
                <a:spcPts val="0"/>
              </a:spcAft>
              <a:buClr>
                <a:schemeClr val="dk1"/>
              </a:buClr>
              <a:buSzPts val="2800"/>
              <a:buFont typeface="Times"/>
              <a:buChar char="•"/>
            </a:pPr>
            <a:r>
              <a:rPr lang="en-US"/>
              <a:t>Slides</a:t>
            </a:r>
            <a:endParaRPr/>
          </a:p>
          <a:p>
            <a:pPr indent="-285750" lvl="1" marL="742950" rtl="0" algn="l">
              <a:lnSpc>
                <a:spcPct val="100000"/>
              </a:lnSpc>
              <a:spcBef>
                <a:spcPts val="480"/>
              </a:spcBef>
              <a:spcAft>
                <a:spcPts val="0"/>
              </a:spcAft>
              <a:buClr>
                <a:schemeClr val="dk1"/>
              </a:buClr>
              <a:buSzPts val="2400"/>
              <a:buFont typeface="Times"/>
              <a:buChar char="–"/>
            </a:pPr>
            <a:r>
              <a:rPr lang="en-US" u="sng">
                <a:solidFill>
                  <a:schemeClr val="hlink"/>
                </a:solidFill>
              </a:rPr>
              <a:t>Moodle.</a:t>
            </a:r>
            <a:endParaRPr/>
          </a:p>
          <a:p>
            <a:pPr indent="-342900" lvl="0" marL="342900" rtl="0" algn="l">
              <a:lnSpc>
                <a:spcPct val="100000"/>
              </a:lnSpc>
              <a:spcBef>
                <a:spcPts val="560"/>
              </a:spcBef>
              <a:spcAft>
                <a:spcPts val="0"/>
              </a:spcAft>
              <a:buClr>
                <a:schemeClr val="dk1"/>
              </a:buClr>
              <a:buSzPts val="2800"/>
              <a:buFont typeface="Times"/>
              <a:buChar char="•"/>
            </a:pPr>
            <a:r>
              <a:rPr lang="en-US"/>
              <a:t>References</a:t>
            </a:r>
            <a:endParaRPr/>
          </a:p>
          <a:p>
            <a:pPr indent="-285750" lvl="1" marL="742950" rtl="0" algn="l">
              <a:lnSpc>
                <a:spcPct val="100000"/>
              </a:lnSpc>
              <a:spcBef>
                <a:spcPts val="480"/>
              </a:spcBef>
              <a:spcAft>
                <a:spcPts val="0"/>
              </a:spcAft>
              <a:buClr>
                <a:schemeClr val="dk1"/>
              </a:buClr>
              <a:buSzPts val="2400"/>
              <a:buFont typeface="Times"/>
              <a:buChar char="–"/>
            </a:pPr>
            <a:r>
              <a:rPr lang="en-US" u="sng">
                <a:solidFill>
                  <a:schemeClr val="hlink"/>
                </a:solidFill>
                <a:hlinkClick r:id="rId3"/>
              </a:rPr>
              <a:t>http://visualgo.net/</a:t>
            </a:r>
            <a:r>
              <a:rPr lang="en-US"/>
              <a:t> </a:t>
            </a:r>
            <a:endParaRPr/>
          </a:p>
          <a:p>
            <a:pPr indent="-133350" lvl="1" marL="742950" rtl="0" algn="l">
              <a:lnSpc>
                <a:spcPct val="100000"/>
              </a:lnSpc>
              <a:spcBef>
                <a:spcPts val="480"/>
              </a:spcBef>
              <a:spcAft>
                <a:spcPts val="0"/>
              </a:spcAft>
              <a:buClr>
                <a:schemeClr val="dk1"/>
              </a:buClr>
              <a:buSzPts val="2400"/>
              <a:buFont typeface="Times"/>
              <a:buNone/>
            </a:pPr>
            <a:r>
              <a:t/>
            </a:r>
            <a:endParaRPr/>
          </a:p>
        </p:txBody>
      </p:sp>
      <p:sp>
        <p:nvSpPr>
          <p:cNvPr id="273" name="Google Shape;273;p17"/>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274" name="Google Shape;274;p17"/>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Learning Outcomes</a:t>
            </a:r>
            <a:endParaRPr/>
          </a:p>
        </p:txBody>
      </p:sp>
      <p:sp>
        <p:nvSpPr>
          <p:cNvPr id="280" name="Google Shape;280;p20"/>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Font typeface="Times"/>
              <a:buNone/>
            </a:pPr>
            <a:r>
              <a:rPr lang="en-US" sz="2000"/>
              <a:t>After successful completion of this course, students are able to:</a:t>
            </a:r>
            <a:endParaRPr/>
          </a:p>
          <a:p>
            <a:pPr indent="-342900" lvl="0" marL="342900" rtl="0" algn="l">
              <a:lnSpc>
                <a:spcPct val="100000"/>
              </a:lnSpc>
              <a:spcBef>
                <a:spcPts val="400"/>
              </a:spcBef>
              <a:spcAft>
                <a:spcPts val="0"/>
              </a:spcAft>
              <a:buClr>
                <a:schemeClr val="dk1"/>
              </a:buClr>
              <a:buSzPts val="2000"/>
              <a:buFont typeface="Times"/>
              <a:buChar char="•"/>
            </a:pPr>
            <a:r>
              <a:rPr lang="en-US" sz="2000"/>
              <a:t>Create model for a practical problem in Graph language</a:t>
            </a:r>
            <a:endParaRPr/>
          </a:p>
          <a:p>
            <a:pPr indent="-342900" lvl="0" marL="342900" rtl="0" algn="l">
              <a:lnSpc>
                <a:spcPct val="100000"/>
              </a:lnSpc>
              <a:spcBef>
                <a:spcPts val="400"/>
              </a:spcBef>
              <a:spcAft>
                <a:spcPts val="0"/>
              </a:spcAft>
              <a:buClr>
                <a:schemeClr val="dk1"/>
              </a:buClr>
              <a:buSzPts val="2000"/>
              <a:buFont typeface="Times"/>
              <a:buChar char="•"/>
            </a:pPr>
            <a:r>
              <a:rPr lang="en-US" sz="2000"/>
              <a:t>Design algorithms, prove the correctness of the algorithms</a:t>
            </a:r>
            <a:endParaRPr/>
          </a:p>
          <a:p>
            <a:pPr indent="-342900" lvl="0" marL="342900" rtl="0" algn="l">
              <a:lnSpc>
                <a:spcPct val="100000"/>
              </a:lnSpc>
              <a:spcBef>
                <a:spcPts val="400"/>
              </a:spcBef>
              <a:spcAft>
                <a:spcPts val="0"/>
              </a:spcAft>
              <a:buClr>
                <a:schemeClr val="dk1"/>
              </a:buClr>
              <a:buSzPts val="2000"/>
              <a:buFont typeface="Times"/>
              <a:buChar char="•"/>
            </a:pPr>
            <a:r>
              <a:rPr lang="en-US" sz="2000"/>
              <a:t>Represent Graph problem in data structures and programming languages.</a:t>
            </a:r>
            <a:endParaRPr/>
          </a:p>
          <a:p>
            <a:pPr indent="-342900" lvl="0" marL="342900" rtl="0" algn="l">
              <a:lnSpc>
                <a:spcPct val="100000"/>
              </a:lnSpc>
              <a:spcBef>
                <a:spcPts val="400"/>
              </a:spcBef>
              <a:spcAft>
                <a:spcPts val="0"/>
              </a:spcAft>
              <a:buClr>
                <a:schemeClr val="dk1"/>
              </a:buClr>
              <a:buSzPts val="2000"/>
              <a:buFont typeface="Times"/>
              <a:buChar char="•"/>
            </a:pPr>
            <a:r>
              <a:rPr lang="en-US" sz="2000"/>
              <a:t>Apply graph algorithms and related data structures to solve specific graph problems</a:t>
            </a:r>
            <a:endParaRPr/>
          </a:p>
        </p:txBody>
      </p:sp>
      <p:sp>
        <p:nvSpPr>
          <p:cNvPr id="281" name="Google Shape;281;p20"/>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282" name="Google Shape;282;p20"/>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
          <p:cNvSpPr txBox="1"/>
          <p:nvPr>
            <p:ph type="title"/>
          </p:nvPr>
        </p:nvSpPr>
        <p:spPr>
          <a:xfrm>
            <a:off x="722313" y="5486400"/>
            <a:ext cx="7772400" cy="76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88" name="Google Shape;288;p1"/>
          <p:cNvSpPr txBox="1"/>
          <p:nvPr>
            <p:ph idx="1" type="body"/>
          </p:nvPr>
        </p:nvSpPr>
        <p:spPr>
          <a:xfrm>
            <a:off x="741978" y="609600"/>
            <a:ext cx="7772400" cy="3657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548446"/>
              </a:buClr>
              <a:buSzPts val="3200"/>
              <a:buFont typeface="Arial"/>
              <a:buNone/>
            </a:pPr>
            <a:r>
              <a:rPr b="1" lang="en-US" sz="3200" cap="none">
                <a:solidFill>
                  <a:srgbClr val="548446"/>
                </a:solidFill>
                <a:latin typeface="Arial"/>
                <a:ea typeface="Arial"/>
                <a:cs typeface="Arial"/>
                <a:sym typeface="Arial"/>
              </a:rPr>
              <a:t>DISCRETE MATHEMATICS II</a:t>
            </a:r>
            <a:endParaRPr/>
          </a:p>
          <a:p>
            <a:pPr indent="-685800" lvl="0" marL="685800" rtl="0" algn="l">
              <a:lnSpc>
                <a:spcPct val="100000"/>
              </a:lnSpc>
              <a:spcBef>
                <a:spcPts val="560"/>
              </a:spcBef>
              <a:spcAft>
                <a:spcPts val="0"/>
              </a:spcAft>
              <a:buClr>
                <a:srgbClr val="548446"/>
              </a:buClr>
              <a:buSzPts val="2800"/>
              <a:buFont typeface="Arial"/>
              <a:buChar char="•"/>
            </a:pPr>
            <a:r>
              <a:rPr lang="en-US" sz="2800">
                <a:solidFill>
                  <a:srgbClr val="548446"/>
                </a:solidFill>
              </a:rPr>
              <a:t>Graphs</a:t>
            </a:r>
            <a:endParaRPr/>
          </a:p>
          <a:p>
            <a:pPr indent="-685800" lvl="0" marL="685800" rtl="0" algn="l">
              <a:lnSpc>
                <a:spcPct val="100000"/>
              </a:lnSpc>
              <a:spcBef>
                <a:spcPts val="560"/>
              </a:spcBef>
              <a:spcAft>
                <a:spcPts val="0"/>
              </a:spcAft>
              <a:buClr>
                <a:srgbClr val="548446"/>
              </a:buClr>
              <a:buSzPts val="2800"/>
              <a:buFont typeface="Arial"/>
              <a:buChar char="•"/>
            </a:pPr>
            <a:r>
              <a:rPr lang="en-US" sz="2800">
                <a:solidFill>
                  <a:srgbClr val="548446"/>
                </a:solidFill>
              </a:rPr>
              <a:t>Trees</a:t>
            </a:r>
            <a:endParaRPr/>
          </a:p>
          <a:p>
            <a:pPr indent="-685800" lvl="0" marL="685800" rtl="0" algn="l">
              <a:lnSpc>
                <a:spcPct val="100000"/>
              </a:lnSpc>
              <a:spcBef>
                <a:spcPts val="560"/>
              </a:spcBef>
              <a:spcAft>
                <a:spcPts val="0"/>
              </a:spcAft>
              <a:buClr>
                <a:srgbClr val="548446"/>
              </a:buClr>
              <a:buSzPts val="2800"/>
              <a:buFont typeface="Arial"/>
              <a:buChar char="•"/>
            </a:pPr>
            <a:r>
              <a:rPr b="1" lang="en-US" sz="2800">
                <a:solidFill>
                  <a:srgbClr val="548446"/>
                </a:solidFill>
              </a:rPr>
              <a:t>Applications</a:t>
            </a:r>
            <a:endParaRPr b="1"/>
          </a:p>
          <a:p>
            <a:pPr indent="0" lvl="0" marL="0" rtl="0" algn="l">
              <a:lnSpc>
                <a:spcPct val="100000"/>
              </a:lnSpc>
              <a:spcBef>
                <a:spcPts val="400"/>
              </a:spcBef>
              <a:spcAft>
                <a:spcPts val="0"/>
              </a:spcAft>
              <a:buClr>
                <a:schemeClr val="dk1"/>
              </a:buClr>
              <a:buSzPts val="2000"/>
              <a:buFont typeface="Times"/>
              <a:buNone/>
            </a:pPr>
            <a:r>
              <a:t/>
            </a:r>
            <a:endParaRPr/>
          </a:p>
        </p:txBody>
      </p:sp>
      <p:sp>
        <p:nvSpPr>
          <p:cNvPr id="289" name="Google Shape;289;p1"/>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1"/>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Contents</a:t>
            </a:r>
            <a:endParaRPr/>
          </a:p>
        </p:txBody>
      </p:sp>
      <p:sp>
        <p:nvSpPr>
          <p:cNvPr id="296" name="Google Shape;296;p21"/>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a:buChar char="•"/>
            </a:pPr>
            <a:r>
              <a:rPr lang="en-US"/>
              <a:t>Graphs</a:t>
            </a:r>
            <a:endParaRPr/>
          </a:p>
          <a:p>
            <a:pPr indent="-285750" lvl="1" marL="742950" rtl="0" algn="l">
              <a:lnSpc>
                <a:spcPct val="100000"/>
              </a:lnSpc>
              <a:spcBef>
                <a:spcPts val="480"/>
              </a:spcBef>
              <a:spcAft>
                <a:spcPts val="0"/>
              </a:spcAft>
              <a:buClr>
                <a:schemeClr val="dk1"/>
              </a:buClr>
              <a:buSzPts val="2400"/>
              <a:buFont typeface="Times"/>
              <a:buChar char="–"/>
            </a:pPr>
            <a:r>
              <a:rPr lang="en-US"/>
              <a:t>Graphs and Graph Models</a:t>
            </a:r>
            <a:endParaRPr/>
          </a:p>
          <a:p>
            <a:pPr indent="-285750" lvl="1" marL="742950" rtl="0" algn="l">
              <a:lnSpc>
                <a:spcPct val="100000"/>
              </a:lnSpc>
              <a:spcBef>
                <a:spcPts val="480"/>
              </a:spcBef>
              <a:spcAft>
                <a:spcPts val="0"/>
              </a:spcAft>
              <a:buClr>
                <a:schemeClr val="dk1"/>
              </a:buClr>
              <a:buSzPts val="2400"/>
              <a:buFont typeface="Times"/>
              <a:buChar char="–"/>
            </a:pPr>
            <a:r>
              <a:rPr lang="en-US"/>
              <a:t>Graph Terminology and Special Types of Graphs</a:t>
            </a:r>
            <a:endParaRPr/>
          </a:p>
          <a:p>
            <a:pPr indent="-285750" lvl="1" marL="742950" rtl="0" algn="l">
              <a:lnSpc>
                <a:spcPct val="100000"/>
              </a:lnSpc>
              <a:spcBef>
                <a:spcPts val="480"/>
              </a:spcBef>
              <a:spcAft>
                <a:spcPts val="0"/>
              </a:spcAft>
              <a:buClr>
                <a:schemeClr val="dk1"/>
              </a:buClr>
              <a:buSzPts val="2400"/>
              <a:buFont typeface="Times"/>
              <a:buChar char="–"/>
            </a:pPr>
            <a:r>
              <a:rPr b="1" lang="en-US"/>
              <a:t>Representing Graphs</a:t>
            </a:r>
            <a:endParaRPr/>
          </a:p>
          <a:p>
            <a:pPr indent="-285750" lvl="1" marL="742950" rtl="0" algn="l">
              <a:lnSpc>
                <a:spcPct val="100000"/>
              </a:lnSpc>
              <a:spcBef>
                <a:spcPts val="480"/>
              </a:spcBef>
              <a:spcAft>
                <a:spcPts val="0"/>
              </a:spcAft>
              <a:buClr>
                <a:schemeClr val="dk1"/>
              </a:buClr>
              <a:buSzPts val="2400"/>
              <a:buFont typeface="Times"/>
              <a:buChar char="–"/>
            </a:pPr>
            <a:r>
              <a:rPr lang="en-US"/>
              <a:t>Graph Isomorphism</a:t>
            </a:r>
            <a:endParaRPr/>
          </a:p>
          <a:p>
            <a:pPr indent="-285750" lvl="1" marL="742950" rtl="0" algn="l">
              <a:lnSpc>
                <a:spcPct val="100000"/>
              </a:lnSpc>
              <a:spcBef>
                <a:spcPts val="480"/>
              </a:spcBef>
              <a:spcAft>
                <a:spcPts val="0"/>
              </a:spcAft>
              <a:buClr>
                <a:schemeClr val="dk1"/>
              </a:buClr>
              <a:buSzPts val="2400"/>
              <a:buFont typeface="Times"/>
              <a:buChar char="–"/>
            </a:pPr>
            <a:r>
              <a:rPr b="1" lang="en-US"/>
              <a:t>Graphs Traversal</a:t>
            </a:r>
            <a:endParaRPr b="1"/>
          </a:p>
          <a:p>
            <a:pPr indent="-285750" lvl="1" marL="742950" rtl="0" algn="l">
              <a:lnSpc>
                <a:spcPct val="100000"/>
              </a:lnSpc>
              <a:spcBef>
                <a:spcPts val="480"/>
              </a:spcBef>
              <a:spcAft>
                <a:spcPts val="0"/>
              </a:spcAft>
              <a:buClr>
                <a:schemeClr val="dk1"/>
              </a:buClr>
              <a:buSzPts val="2400"/>
              <a:buFont typeface="Times"/>
              <a:buChar char="–"/>
            </a:pPr>
            <a:r>
              <a:rPr b="1" lang="en-US"/>
              <a:t>Connectivity</a:t>
            </a:r>
            <a:endParaRPr b="1"/>
          </a:p>
          <a:p>
            <a:pPr indent="-285750" lvl="1" marL="742950" rtl="0" algn="l">
              <a:lnSpc>
                <a:spcPct val="100000"/>
              </a:lnSpc>
              <a:spcBef>
                <a:spcPts val="480"/>
              </a:spcBef>
              <a:spcAft>
                <a:spcPts val="0"/>
              </a:spcAft>
              <a:buClr>
                <a:schemeClr val="dk1"/>
              </a:buClr>
              <a:buSzPts val="2400"/>
              <a:buFont typeface="Times"/>
              <a:buChar char="–"/>
            </a:pPr>
            <a:r>
              <a:rPr b="1" lang="en-US"/>
              <a:t>Applications of Graphs</a:t>
            </a:r>
            <a:endParaRPr/>
          </a:p>
          <a:p>
            <a:pPr indent="-285750" lvl="1" marL="742950" rtl="0" algn="l">
              <a:lnSpc>
                <a:spcPct val="100000"/>
              </a:lnSpc>
              <a:spcBef>
                <a:spcPts val="480"/>
              </a:spcBef>
              <a:spcAft>
                <a:spcPts val="0"/>
              </a:spcAft>
              <a:buClr>
                <a:srgbClr val="9DD2D6"/>
              </a:buClr>
              <a:buSzPts val="2400"/>
              <a:buFont typeface="Times"/>
              <a:buChar char="–"/>
            </a:pPr>
            <a:r>
              <a:rPr lang="en-US"/>
              <a:t>Euler and Hamilton Paths</a:t>
            </a:r>
            <a:endParaRPr/>
          </a:p>
          <a:p>
            <a:pPr indent="-285750" lvl="1" marL="742950" rtl="0" algn="l">
              <a:lnSpc>
                <a:spcPct val="100000"/>
              </a:lnSpc>
              <a:spcBef>
                <a:spcPts val="480"/>
              </a:spcBef>
              <a:spcAft>
                <a:spcPts val="0"/>
              </a:spcAft>
              <a:buClr>
                <a:schemeClr val="dk1"/>
              </a:buClr>
              <a:buSzPts val="2400"/>
              <a:buFont typeface="Times"/>
              <a:buChar char="–"/>
            </a:pPr>
            <a:r>
              <a:rPr lang="en-US"/>
              <a:t>Shortest-Path Problems</a:t>
            </a:r>
            <a:endParaRPr/>
          </a:p>
          <a:p>
            <a:pPr indent="-285750" lvl="1" marL="742950" rtl="0" algn="l">
              <a:lnSpc>
                <a:spcPct val="100000"/>
              </a:lnSpc>
              <a:spcBef>
                <a:spcPts val="480"/>
              </a:spcBef>
              <a:spcAft>
                <a:spcPts val="0"/>
              </a:spcAft>
              <a:buClr>
                <a:schemeClr val="dk1"/>
              </a:buClr>
              <a:buSzPts val="2400"/>
              <a:buFont typeface="Times"/>
              <a:buChar char="–"/>
            </a:pPr>
            <a:r>
              <a:rPr lang="en-US"/>
              <a:t>Network flows</a:t>
            </a:r>
            <a:endParaRPr/>
          </a:p>
          <a:p>
            <a:pPr indent="-285750" lvl="1" marL="742950" rtl="0" algn="l">
              <a:lnSpc>
                <a:spcPct val="100000"/>
              </a:lnSpc>
              <a:spcBef>
                <a:spcPts val="480"/>
              </a:spcBef>
              <a:spcAft>
                <a:spcPts val="0"/>
              </a:spcAft>
              <a:buSzPts val="2400"/>
              <a:buChar char="–"/>
            </a:pPr>
            <a:r>
              <a:rPr lang="en-US"/>
              <a:t>Planar Graphs</a:t>
            </a:r>
            <a:endParaRPr/>
          </a:p>
        </p:txBody>
      </p:sp>
      <p:sp>
        <p:nvSpPr>
          <p:cNvPr id="297" name="Google Shape;297;p21"/>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21"/>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2"/>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Contents</a:t>
            </a:r>
            <a:endParaRPr/>
          </a:p>
        </p:txBody>
      </p:sp>
      <p:sp>
        <p:nvSpPr>
          <p:cNvPr id="304" name="Google Shape;304;p22"/>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a:buChar char="•"/>
            </a:pPr>
            <a:r>
              <a:rPr lang="en-US"/>
              <a:t>Tree</a:t>
            </a:r>
            <a:endParaRPr/>
          </a:p>
          <a:p>
            <a:pPr indent="-285750" lvl="1" marL="742950" rtl="0" algn="l">
              <a:lnSpc>
                <a:spcPct val="100000"/>
              </a:lnSpc>
              <a:spcBef>
                <a:spcPts val="480"/>
              </a:spcBef>
              <a:spcAft>
                <a:spcPts val="0"/>
              </a:spcAft>
              <a:buClr>
                <a:schemeClr val="dk1"/>
              </a:buClr>
              <a:buSzPts val="2400"/>
              <a:buFont typeface="Times"/>
              <a:buChar char="–"/>
            </a:pPr>
            <a:r>
              <a:rPr lang="en-US"/>
              <a:t>Introduction to Trees</a:t>
            </a:r>
            <a:endParaRPr/>
          </a:p>
          <a:p>
            <a:pPr indent="-285750" lvl="1" marL="742950" rtl="0" algn="l">
              <a:lnSpc>
                <a:spcPct val="100000"/>
              </a:lnSpc>
              <a:spcBef>
                <a:spcPts val="480"/>
              </a:spcBef>
              <a:spcAft>
                <a:spcPts val="0"/>
              </a:spcAft>
              <a:buClr>
                <a:schemeClr val="dk1"/>
              </a:buClr>
              <a:buSzPts val="2400"/>
              <a:buFont typeface="Times"/>
              <a:buChar char="–"/>
            </a:pPr>
            <a:r>
              <a:rPr b="1" lang="en-US"/>
              <a:t>Applications of Trees</a:t>
            </a:r>
            <a:endParaRPr/>
          </a:p>
          <a:p>
            <a:pPr indent="-285750" lvl="1" marL="742950" rtl="0" algn="l">
              <a:lnSpc>
                <a:spcPct val="100000"/>
              </a:lnSpc>
              <a:spcBef>
                <a:spcPts val="480"/>
              </a:spcBef>
              <a:spcAft>
                <a:spcPts val="0"/>
              </a:spcAft>
              <a:buClr>
                <a:schemeClr val="dk1"/>
              </a:buClr>
              <a:buSzPts val="2400"/>
              <a:buFont typeface="Times"/>
              <a:buChar char="–"/>
            </a:pPr>
            <a:r>
              <a:rPr b="1" lang="en-US"/>
              <a:t>Tree Traversal</a:t>
            </a:r>
            <a:endParaRPr/>
          </a:p>
          <a:p>
            <a:pPr indent="-285750" lvl="1" marL="742950" rtl="0" algn="l">
              <a:lnSpc>
                <a:spcPct val="100000"/>
              </a:lnSpc>
              <a:spcBef>
                <a:spcPts val="480"/>
              </a:spcBef>
              <a:spcAft>
                <a:spcPts val="0"/>
              </a:spcAft>
              <a:buClr>
                <a:schemeClr val="dk1"/>
              </a:buClr>
              <a:buSzPts val="2400"/>
              <a:buFont typeface="Times"/>
              <a:buChar char="–"/>
            </a:pPr>
            <a:r>
              <a:rPr lang="en-US"/>
              <a:t>Spanning Trees</a:t>
            </a:r>
            <a:endParaRPr/>
          </a:p>
          <a:p>
            <a:pPr indent="-285750" lvl="1" marL="742950" rtl="0" algn="l">
              <a:lnSpc>
                <a:spcPct val="100000"/>
              </a:lnSpc>
              <a:spcBef>
                <a:spcPts val="480"/>
              </a:spcBef>
              <a:spcAft>
                <a:spcPts val="0"/>
              </a:spcAft>
              <a:buClr>
                <a:schemeClr val="dk1"/>
              </a:buClr>
              <a:buSzPts val="2400"/>
              <a:buFont typeface="Times"/>
              <a:buChar char="–"/>
            </a:pPr>
            <a:r>
              <a:rPr b="1" lang="en-US"/>
              <a:t>Minimum Spanning Trees</a:t>
            </a:r>
            <a:endParaRPr b="1"/>
          </a:p>
          <a:p>
            <a:pPr indent="-285750" lvl="1" marL="742950" rtl="0" algn="l">
              <a:lnSpc>
                <a:spcPct val="100000"/>
              </a:lnSpc>
              <a:spcBef>
                <a:spcPts val="480"/>
              </a:spcBef>
              <a:spcAft>
                <a:spcPts val="0"/>
              </a:spcAft>
              <a:buClr>
                <a:schemeClr val="dk1"/>
              </a:buClr>
              <a:buSzPts val="2400"/>
              <a:buFont typeface="Times"/>
              <a:buChar char="–"/>
            </a:pPr>
            <a:r>
              <a:rPr lang="en-US"/>
              <a:t>Binary Tree</a:t>
            </a:r>
            <a:endParaRPr/>
          </a:p>
          <a:p>
            <a:pPr indent="-285750" lvl="1" marL="742950" rtl="0" algn="l">
              <a:lnSpc>
                <a:spcPct val="100000"/>
              </a:lnSpc>
              <a:spcBef>
                <a:spcPts val="480"/>
              </a:spcBef>
              <a:spcAft>
                <a:spcPts val="0"/>
              </a:spcAft>
              <a:buClr>
                <a:schemeClr val="dk1"/>
              </a:buClr>
              <a:buSzPts val="2400"/>
              <a:buFont typeface="Times"/>
              <a:buChar char="–"/>
            </a:pPr>
            <a:r>
              <a:rPr lang="en-US"/>
              <a:t>Balanced Tree</a:t>
            </a:r>
            <a:endParaRPr/>
          </a:p>
          <a:p>
            <a:pPr indent="-285750" lvl="1" marL="742950" rtl="0" algn="l">
              <a:lnSpc>
                <a:spcPct val="100000"/>
              </a:lnSpc>
              <a:spcBef>
                <a:spcPts val="480"/>
              </a:spcBef>
              <a:spcAft>
                <a:spcPts val="0"/>
              </a:spcAft>
              <a:buClr>
                <a:schemeClr val="dk1"/>
              </a:buClr>
              <a:buSzPts val="2400"/>
              <a:buFont typeface="Times"/>
              <a:buChar char="–"/>
            </a:pPr>
            <a:r>
              <a:rPr lang="en-US"/>
              <a:t>Binary Search Tree</a:t>
            </a:r>
            <a:endParaRPr/>
          </a:p>
        </p:txBody>
      </p:sp>
      <p:sp>
        <p:nvSpPr>
          <p:cNvPr id="305" name="Google Shape;305;p22"/>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22"/>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4"/>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Schedule</a:t>
            </a:r>
            <a:endParaRPr/>
          </a:p>
        </p:txBody>
      </p:sp>
      <p:sp>
        <p:nvSpPr>
          <p:cNvPr id="312" name="Google Shape;312;p24"/>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457200" lvl="0" marL="635000" rtl="0" algn="l">
              <a:lnSpc>
                <a:spcPct val="100000"/>
              </a:lnSpc>
              <a:spcBef>
                <a:spcPts val="0"/>
              </a:spcBef>
              <a:spcAft>
                <a:spcPts val="0"/>
              </a:spcAft>
              <a:buSzPts val="2800"/>
              <a:buChar char="•"/>
            </a:pPr>
            <a:r>
              <a:rPr lang="en-US"/>
              <a:t>Theory: Mon, Wed (16:30 – 18:30)</a:t>
            </a:r>
            <a:endParaRPr/>
          </a:p>
          <a:p>
            <a:pPr indent="-457200" lvl="0" marL="635000" rtl="0" algn="l">
              <a:lnSpc>
                <a:spcPct val="100000"/>
              </a:lnSpc>
              <a:spcBef>
                <a:spcPts val="0"/>
              </a:spcBef>
              <a:spcAft>
                <a:spcPts val="0"/>
              </a:spcAft>
              <a:buSzPts val="2800"/>
              <a:buChar char="•"/>
            </a:pPr>
            <a:r>
              <a:rPr lang="en-US"/>
              <a:t>Practice: Thu (10:30 - 13:30) </a:t>
            </a:r>
            <a:endParaRPr/>
          </a:p>
          <a:p>
            <a:pPr indent="-457200" lvl="0" marL="635000" rtl="0" algn="l">
              <a:lnSpc>
                <a:spcPct val="100000"/>
              </a:lnSpc>
              <a:spcBef>
                <a:spcPts val="0"/>
              </a:spcBef>
              <a:spcAft>
                <a:spcPts val="0"/>
              </a:spcAft>
              <a:buSzPts val="2800"/>
              <a:buChar char="•"/>
            </a:pPr>
            <a:r>
              <a:rPr lang="en-US"/>
              <a:t>Attendance check: any time</a:t>
            </a:r>
            <a:endParaRPr/>
          </a:p>
          <a:p>
            <a:pPr indent="-165100" lvl="0" marL="342900" rtl="0" algn="l">
              <a:lnSpc>
                <a:spcPct val="100000"/>
              </a:lnSpc>
              <a:spcBef>
                <a:spcPts val="0"/>
              </a:spcBef>
              <a:spcAft>
                <a:spcPts val="0"/>
              </a:spcAft>
              <a:buClr>
                <a:schemeClr val="dk1"/>
              </a:buClr>
              <a:buSzPts val="2800"/>
              <a:buFont typeface="Times"/>
              <a:buNone/>
            </a:pPr>
            <a:r>
              <a:t/>
            </a:r>
            <a:endParaRPr/>
          </a:p>
        </p:txBody>
      </p:sp>
      <p:sp>
        <p:nvSpPr>
          <p:cNvPr id="313" name="Google Shape;313;p24"/>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314" name="Google Shape;314;p24"/>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5"/>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Programming Languages</a:t>
            </a:r>
            <a:endParaRPr/>
          </a:p>
        </p:txBody>
      </p:sp>
      <p:sp>
        <p:nvSpPr>
          <p:cNvPr id="320" name="Google Shape;320;p25"/>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a:buChar char="•"/>
            </a:pPr>
            <a:r>
              <a:rPr lang="en-US"/>
              <a:t>Prefer: Java, C#</a:t>
            </a:r>
            <a:endParaRPr/>
          </a:p>
        </p:txBody>
      </p:sp>
      <p:sp>
        <p:nvSpPr>
          <p:cNvPr id="321" name="Google Shape;321;p25"/>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25"/>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6"/>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Assessment</a:t>
            </a:r>
            <a:endParaRPr/>
          </a:p>
        </p:txBody>
      </p:sp>
      <p:sp>
        <p:nvSpPr>
          <p:cNvPr id="328" name="Google Shape;328;p26"/>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a:buChar char="•"/>
            </a:pPr>
            <a:r>
              <a:rPr lang="en-US"/>
              <a:t>Labs (SPOJ): 20%</a:t>
            </a:r>
            <a:endParaRPr/>
          </a:p>
          <a:p>
            <a:pPr indent="-342900" lvl="1" marL="800100" rtl="0" algn="l">
              <a:lnSpc>
                <a:spcPct val="100000"/>
              </a:lnSpc>
              <a:spcBef>
                <a:spcPts val="0"/>
              </a:spcBef>
              <a:spcAft>
                <a:spcPts val="0"/>
              </a:spcAft>
              <a:buSzPts val="2800"/>
              <a:buFont typeface="Times"/>
              <a:buChar char="•"/>
            </a:pPr>
            <a:r>
              <a:rPr lang="en-US"/>
              <a:t>Submission after Jun 30(16:30 GMT+7).</a:t>
            </a:r>
            <a:endParaRPr/>
          </a:p>
          <a:p>
            <a:pPr indent="-342900" lvl="0" marL="342900" rtl="0" algn="l">
              <a:lnSpc>
                <a:spcPct val="100000"/>
              </a:lnSpc>
              <a:spcBef>
                <a:spcPts val="0"/>
              </a:spcBef>
              <a:spcAft>
                <a:spcPts val="0"/>
              </a:spcAft>
              <a:buClr>
                <a:schemeClr val="dk1"/>
              </a:buClr>
              <a:buSzPts val="2800"/>
              <a:buFont typeface="Times"/>
              <a:buChar char="•"/>
            </a:pPr>
            <a:r>
              <a:rPr lang="en-US"/>
              <a:t>Tests: 40% </a:t>
            </a:r>
            <a:endParaRPr/>
          </a:p>
          <a:p>
            <a:pPr indent="-342900" lvl="1" marL="800100" rtl="0" algn="l">
              <a:lnSpc>
                <a:spcPct val="100000"/>
              </a:lnSpc>
              <a:spcBef>
                <a:spcPts val="0"/>
              </a:spcBef>
              <a:spcAft>
                <a:spcPts val="0"/>
              </a:spcAft>
              <a:buSzPts val="2800"/>
              <a:buFont typeface="Times"/>
              <a:buChar char="•"/>
            </a:pPr>
            <a:r>
              <a:rPr lang="en-US"/>
              <a:t>2 practice tests</a:t>
            </a:r>
            <a:endParaRPr/>
          </a:p>
          <a:p>
            <a:pPr indent="-342900" lvl="1" marL="800100" rtl="0" algn="l">
              <a:lnSpc>
                <a:spcPct val="100000"/>
              </a:lnSpc>
              <a:spcBef>
                <a:spcPts val="0"/>
              </a:spcBef>
              <a:spcAft>
                <a:spcPts val="0"/>
              </a:spcAft>
              <a:buSzPts val="2800"/>
              <a:buFont typeface="Times"/>
              <a:buChar char="•"/>
            </a:pPr>
            <a:r>
              <a:rPr lang="en-US"/>
              <a:t>1-2 theory tests (offline or online, TBD)</a:t>
            </a:r>
            <a:endParaRPr/>
          </a:p>
          <a:p>
            <a:pPr indent="-342900" lvl="0" marL="342900" rtl="0" algn="l">
              <a:lnSpc>
                <a:spcPct val="100000"/>
              </a:lnSpc>
              <a:spcBef>
                <a:spcPts val="560"/>
              </a:spcBef>
              <a:spcAft>
                <a:spcPts val="0"/>
              </a:spcAft>
              <a:buClr>
                <a:schemeClr val="dk1"/>
              </a:buClr>
              <a:buSzPts val="2800"/>
              <a:buFont typeface="Times"/>
              <a:buChar char="•"/>
            </a:pPr>
            <a:r>
              <a:rPr lang="en-US"/>
              <a:t>Final Exam: 40%</a:t>
            </a:r>
            <a:endParaRPr/>
          </a:p>
        </p:txBody>
      </p:sp>
      <p:sp>
        <p:nvSpPr>
          <p:cNvPr id="329" name="Google Shape;329;p26"/>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330" name="Google Shape;330;p26"/>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Labs</a:t>
            </a:r>
            <a:endParaRPr/>
          </a:p>
        </p:txBody>
      </p:sp>
      <p:sp>
        <p:nvSpPr>
          <p:cNvPr id="336" name="Google Shape;336;p30"/>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a:buChar char="•"/>
            </a:pPr>
            <a:r>
              <a:rPr lang="en-US"/>
              <a:t>SPOJ</a:t>
            </a:r>
            <a:endParaRPr/>
          </a:p>
          <a:p>
            <a:pPr indent="-285750" lvl="1" marL="742950" rtl="0" algn="l">
              <a:lnSpc>
                <a:spcPct val="100000"/>
              </a:lnSpc>
              <a:spcBef>
                <a:spcPts val="480"/>
              </a:spcBef>
              <a:spcAft>
                <a:spcPts val="0"/>
              </a:spcAft>
              <a:buClr>
                <a:schemeClr val="dk1"/>
              </a:buClr>
              <a:buSzPts val="2400"/>
              <a:buFont typeface="Times"/>
              <a:buChar char="–"/>
            </a:pPr>
            <a:r>
              <a:rPr lang="en-US"/>
              <a:t>Username: ei254[First name][Partial last name][1-9] (Maximum 14 characters) or </a:t>
            </a:r>
            <a:r>
              <a:rPr b="1" lang="en-US"/>
              <a:t>any ei… accounts</a:t>
            </a:r>
            <a:endParaRPr b="1"/>
          </a:p>
          <a:p>
            <a:pPr indent="-285750" lvl="1" marL="742950" rtl="0" algn="l">
              <a:lnSpc>
                <a:spcPct val="100000"/>
              </a:lnSpc>
              <a:spcBef>
                <a:spcPts val="480"/>
              </a:spcBef>
              <a:spcAft>
                <a:spcPts val="0"/>
              </a:spcAft>
              <a:buClr>
                <a:schemeClr val="dk1"/>
              </a:buClr>
              <a:buSzPts val="2400"/>
              <a:buFont typeface="Times"/>
              <a:buChar char="–"/>
            </a:pPr>
            <a:r>
              <a:rPr b="1" lang="en-US"/>
              <a:t>Display name: student’s full name</a:t>
            </a:r>
            <a:endParaRPr/>
          </a:p>
          <a:p>
            <a:pPr indent="-285750" lvl="1" marL="742950" rtl="0" algn="l">
              <a:lnSpc>
                <a:spcPct val="100000"/>
              </a:lnSpc>
              <a:spcBef>
                <a:spcPts val="480"/>
              </a:spcBef>
              <a:spcAft>
                <a:spcPts val="0"/>
              </a:spcAft>
              <a:buClr>
                <a:schemeClr val="dk1"/>
              </a:buClr>
              <a:buSzPts val="2400"/>
              <a:buFont typeface="Times"/>
              <a:buChar char="–"/>
            </a:pPr>
            <a:r>
              <a:rPr b="1" lang="en-US"/>
              <a:t>Fill in Google Sheet:</a:t>
            </a:r>
            <a:endParaRPr/>
          </a:p>
        </p:txBody>
      </p:sp>
      <p:sp>
        <p:nvSpPr>
          <p:cNvPr id="337" name="Google Shape;337;p30"/>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338" name="Google Shape;338;p30"/>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1"/>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FAQ</a:t>
            </a:r>
            <a:endParaRPr/>
          </a:p>
        </p:txBody>
      </p:sp>
      <p:sp>
        <p:nvSpPr>
          <p:cNvPr id="344" name="Google Shape;344;p31"/>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a:buChar char="•"/>
            </a:pPr>
            <a:r>
              <a:rPr lang="en-US" sz="2400"/>
              <a:t>How many hours should student spend for this course per week?</a:t>
            </a:r>
            <a:endParaRPr/>
          </a:p>
          <a:p>
            <a:pPr indent="-285750" lvl="1" marL="742950" rtl="0" algn="l">
              <a:lnSpc>
                <a:spcPct val="100000"/>
              </a:lnSpc>
              <a:spcBef>
                <a:spcPts val="400"/>
              </a:spcBef>
              <a:spcAft>
                <a:spcPts val="0"/>
              </a:spcAft>
              <a:buClr>
                <a:schemeClr val="dk1"/>
              </a:buClr>
              <a:buSzPts val="2000"/>
              <a:buFont typeface="Times"/>
              <a:buChar char="–"/>
            </a:pPr>
            <a:r>
              <a:rPr lang="en-US" sz="2000"/>
              <a:t>Lectures: 4 hrs.</a:t>
            </a:r>
            <a:endParaRPr/>
          </a:p>
          <a:p>
            <a:pPr indent="-285750" lvl="1" marL="742950" rtl="0" algn="l">
              <a:lnSpc>
                <a:spcPct val="100000"/>
              </a:lnSpc>
              <a:spcBef>
                <a:spcPts val="400"/>
              </a:spcBef>
              <a:spcAft>
                <a:spcPts val="0"/>
              </a:spcAft>
              <a:buClr>
                <a:schemeClr val="dk1"/>
              </a:buClr>
              <a:buSzPts val="2000"/>
              <a:buFont typeface="Times"/>
              <a:buChar char="–"/>
            </a:pPr>
            <a:r>
              <a:rPr lang="en-US" sz="2000"/>
              <a:t>Labs: 3hrs.</a:t>
            </a:r>
            <a:endParaRPr/>
          </a:p>
          <a:p>
            <a:pPr indent="-285750" lvl="1" marL="742950" rtl="0" algn="l">
              <a:lnSpc>
                <a:spcPct val="100000"/>
              </a:lnSpc>
              <a:spcBef>
                <a:spcPts val="400"/>
              </a:spcBef>
              <a:spcAft>
                <a:spcPts val="0"/>
              </a:spcAft>
              <a:buClr>
                <a:schemeClr val="dk1"/>
              </a:buClr>
              <a:buSzPts val="2000"/>
              <a:buFont typeface="Times"/>
              <a:buChar char="–"/>
            </a:pPr>
            <a:r>
              <a:rPr lang="en-US" sz="2000"/>
              <a:t>Self-study: at least 9.5 hrs</a:t>
            </a:r>
            <a:endParaRPr sz="2000"/>
          </a:p>
          <a:p>
            <a:pPr indent="-158750" lvl="1" marL="742950" rtl="0" algn="l">
              <a:lnSpc>
                <a:spcPct val="100000"/>
              </a:lnSpc>
              <a:spcBef>
                <a:spcPts val="400"/>
              </a:spcBef>
              <a:spcAft>
                <a:spcPts val="0"/>
              </a:spcAft>
              <a:buClr>
                <a:schemeClr val="dk1"/>
              </a:buClr>
              <a:buSzPts val="2000"/>
              <a:buFont typeface="Times"/>
              <a:buNone/>
            </a:pPr>
            <a:r>
              <a:t/>
            </a:r>
            <a:endParaRPr sz="2000"/>
          </a:p>
          <a:p>
            <a:pPr indent="-342900" lvl="0" marL="342900" rtl="0" algn="l">
              <a:lnSpc>
                <a:spcPct val="100000"/>
              </a:lnSpc>
              <a:spcBef>
                <a:spcPts val="0"/>
              </a:spcBef>
              <a:spcAft>
                <a:spcPts val="0"/>
              </a:spcAft>
              <a:buSzPts val="2400"/>
              <a:buChar char="•"/>
            </a:pPr>
            <a:r>
              <a:rPr lang="en-US" sz="2400"/>
              <a:t>Is it difficult to pass this course?</a:t>
            </a:r>
            <a:endParaRPr/>
          </a:p>
          <a:p>
            <a:pPr indent="-342900" lvl="1" marL="800100" rtl="0" algn="l">
              <a:lnSpc>
                <a:spcPct val="100000"/>
              </a:lnSpc>
              <a:spcBef>
                <a:spcPts val="0"/>
              </a:spcBef>
              <a:spcAft>
                <a:spcPts val="0"/>
              </a:spcAft>
              <a:buSzPts val="2400"/>
              <a:buChar char="–"/>
            </a:pPr>
            <a:r>
              <a:rPr lang="en-US" sz="2000"/>
              <a:t>Yes, It can be challenging. </a:t>
            </a:r>
            <a:endParaRPr/>
          </a:p>
          <a:p>
            <a:pPr indent="-342900" lvl="1" marL="800100" rtl="0" algn="l">
              <a:lnSpc>
                <a:spcPct val="100000"/>
              </a:lnSpc>
              <a:spcBef>
                <a:spcPts val="0"/>
              </a:spcBef>
              <a:spcAft>
                <a:spcPts val="0"/>
              </a:spcAft>
              <a:buSzPts val="2400"/>
              <a:buChar char="–"/>
            </a:pPr>
            <a:r>
              <a:rPr lang="en-US" sz="2000"/>
              <a:t>But with regular study and independent practice, you can definitely pass.</a:t>
            </a:r>
            <a:endParaRPr/>
          </a:p>
          <a:p>
            <a:pPr indent="-342900" lvl="1" marL="800100" rtl="0" algn="l">
              <a:lnSpc>
                <a:spcPct val="100000"/>
              </a:lnSpc>
              <a:spcBef>
                <a:spcPts val="0"/>
              </a:spcBef>
              <a:spcAft>
                <a:spcPts val="0"/>
              </a:spcAft>
              <a:buSzPts val="2400"/>
              <a:buChar char="–"/>
            </a:pPr>
            <a:r>
              <a:rPr lang="en-US" sz="2000"/>
              <a:t>Otherwise, you risk failing the course.</a:t>
            </a:r>
            <a:endParaRPr/>
          </a:p>
        </p:txBody>
      </p:sp>
      <p:sp>
        <p:nvSpPr>
          <p:cNvPr id="345" name="Google Shape;345;p31"/>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imes"/>
              <a:buNone/>
            </a:pPr>
            <a:r>
              <a:t/>
            </a:r>
            <a:endParaRPr b="0" i="0" sz="1000" u="none" cap="none" strike="noStrike">
              <a:solidFill>
                <a:srgbClr val="548446"/>
              </a:solidFill>
              <a:latin typeface="Arial"/>
              <a:ea typeface="Arial"/>
              <a:cs typeface="Arial"/>
              <a:sym typeface="Arial"/>
            </a:endParaRPr>
          </a:p>
        </p:txBody>
      </p:sp>
      <p:sp>
        <p:nvSpPr>
          <p:cNvPr id="346" name="Google Shape;346;p31"/>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8"/>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CHEATING</a:t>
            </a:r>
            <a:endParaRPr/>
          </a:p>
        </p:txBody>
      </p:sp>
      <p:sp>
        <p:nvSpPr>
          <p:cNvPr id="352" name="Google Shape;352;p28"/>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Times"/>
              <a:buNone/>
            </a:pPr>
            <a:r>
              <a:rPr b="1" lang="en-US" sz="2400"/>
              <a:t>Students will receive a zero on an assignment if any of these activities take place:</a:t>
            </a:r>
            <a:endParaRPr sz="2400"/>
          </a:p>
          <a:p>
            <a:pPr indent="-342900" lvl="0" marL="342900" rtl="0" algn="l">
              <a:lnSpc>
                <a:spcPct val="100000"/>
              </a:lnSpc>
              <a:spcBef>
                <a:spcPts val="480"/>
              </a:spcBef>
              <a:spcAft>
                <a:spcPts val="0"/>
              </a:spcAft>
              <a:buClr>
                <a:schemeClr val="dk1"/>
              </a:buClr>
              <a:buSzPts val="2400"/>
              <a:buFont typeface="Times"/>
              <a:buChar char="•"/>
            </a:pPr>
            <a:r>
              <a:rPr lang="en-US" sz="2400"/>
              <a:t>accepts an assignment from another student</a:t>
            </a:r>
            <a:endParaRPr/>
          </a:p>
          <a:p>
            <a:pPr indent="-342900" lvl="0" marL="342900" rtl="0" algn="l">
              <a:lnSpc>
                <a:spcPct val="100000"/>
              </a:lnSpc>
              <a:spcBef>
                <a:spcPts val="480"/>
              </a:spcBef>
              <a:spcAft>
                <a:spcPts val="0"/>
              </a:spcAft>
              <a:buClr>
                <a:schemeClr val="dk1"/>
              </a:buClr>
              <a:buSzPts val="2400"/>
              <a:buFont typeface="Times"/>
              <a:buChar char="•"/>
            </a:pPr>
            <a:r>
              <a:rPr lang="en-US" sz="2400"/>
              <a:t>supplies an assignment to another student</a:t>
            </a:r>
            <a:endParaRPr/>
          </a:p>
          <a:p>
            <a:pPr indent="-342900" lvl="0" marL="342900" rtl="0" algn="l">
              <a:lnSpc>
                <a:spcPct val="100000"/>
              </a:lnSpc>
              <a:spcBef>
                <a:spcPts val="480"/>
              </a:spcBef>
              <a:spcAft>
                <a:spcPts val="0"/>
              </a:spcAft>
              <a:buClr>
                <a:schemeClr val="dk1"/>
              </a:buClr>
              <a:buSzPts val="2400"/>
              <a:buFont typeface="Times"/>
              <a:buChar char="•"/>
            </a:pPr>
            <a:r>
              <a:rPr lang="en-US" sz="2400"/>
              <a:t>posts the assignment on the web, social networking site</a:t>
            </a:r>
            <a:endParaRPr/>
          </a:p>
          <a:p>
            <a:pPr indent="-342900" lvl="0" marL="342900" rtl="0" algn="l">
              <a:lnSpc>
                <a:spcPct val="100000"/>
              </a:lnSpc>
              <a:spcBef>
                <a:spcPts val="480"/>
              </a:spcBef>
              <a:spcAft>
                <a:spcPts val="0"/>
              </a:spcAft>
              <a:buClr>
                <a:schemeClr val="dk1"/>
              </a:buClr>
              <a:buSzPts val="2400"/>
              <a:buFont typeface="Times"/>
              <a:buChar char="•"/>
            </a:pPr>
            <a:r>
              <a:rPr lang="en-US" sz="2400"/>
              <a:t>shares their password with another student tot access to their assignments</a:t>
            </a:r>
            <a:endParaRPr/>
          </a:p>
          <a:p>
            <a:pPr indent="-342900" lvl="0" marL="342900" rtl="0" algn="l">
              <a:lnSpc>
                <a:spcPct val="100000"/>
              </a:lnSpc>
              <a:spcBef>
                <a:spcPts val="480"/>
              </a:spcBef>
              <a:spcAft>
                <a:spcPts val="0"/>
              </a:spcAft>
              <a:buClr>
                <a:schemeClr val="dk1"/>
              </a:buClr>
              <a:buSzPts val="2400"/>
              <a:buFont typeface="Times"/>
              <a:buChar char="•"/>
            </a:pPr>
            <a:r>
              <a:rPr lang="en-US" sz="2400"/>
              <a:t>work together on assignments and turn in the same and/or similar assignments.</a:t>
            </a:r>
            <a:endParaRPr/>
          </a:p>
          <a:p>
            <a:pPr indent="-342900" lvl="0" marL="342900" rtl="0" algn="l">
              <a:lnSpc>
                <a:spcPct val="100000"/>
              </a:lnSpc>
              <a:spcBef>
                <a:spcPts val="480"/>
              </a:spcBef>
              <a:spcAft>
                <a:spcPts val="0"/>
              </a:spcAft>
              <a:buClr>
                <a:schemeClr val="dk1"/>
              </a:buClr>
              <a:buSzPts val="2400"/>
              <a:buFont typeface="Times"/>
              <a:buChar char="•"/>
            </a:pPr>
            <a:r>
              <a:rPr lang="en-US" sz="2400"/>
              <a:t>turns in work that was obtained from other sources such as the web, friends…</a:t>
            </a:r>
            <a:endParaRPr/>
          </a:p>
          <a:p>
            <a:pPr indent="-342900" lvl="0" marL="342900" rtl="0" algn="l">
              <a:lnSpc>
                <a:spcPct val="100000"/>
              </a:lnSpc>
              <a:spcBef>
                <a:spcPts val="480"/>
              </a:spcBef>
              <a:spcAft>
                <a:spcPts val="0"/>
              </a:spcAft>
              <a:buClr>
                <a:schemeClr val="dk1"/>
              </a:buClr>
              <a:buSzPts val="2400"/>
              <a:buFont typeface="Times"/>
              <a:buChar char="•"/>
            </a:pPr>
            <a:r>
              <a:rPr lang="en-US" sz="2400"/>
              <a:t>leaves work available for others to copy from</a:t>
            </a:r>
            <a:endParaRPr/>
          </a:p>
          <a:p>
            <a:pPr indent="0" lvl="0" marL="0" rtl="0" algn="l">
              <a:lnSpc>
                <a:spcPct val="100000"/>
              </a:lnSpc>
              <a:spcBef>
                <a:spcPts val="560"/>
              </a:spcBef>
              <a:spcAft>
                <a:spcPts val="0"/>
              </a:spcAft>
              <a:buClr>
                <a:schemeClr val="dk1"/>
              </a:buClr>
              <a:buSzPts val="2800"/>
              <a:buFont typeface="Times"/>
              <a:buNone/>
            </a:pPr>
            <a:r>
              <a:t/>
            </a:r>
            <a:endParaRPr/>
          </a:p>
        </p:txBody>
      </p:sp>
      <p:sp>
        <p:nvSpPr>
          <p:cNvPr id="353" name="Google Shape;353;p28"/>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000" u="none" cap="none" strike="noStrike">
              <a:solidFill>
                <a:srgbClr val="548446"/>
              </a:solidFill>
              <a:latin typeface="Arial"/>
              <a:ea typeface="Arial"/>
              <a:cs typeface="Arial"/>
              <a:sym typeface="Arial"/>
            </a:endParaRPr>
          </a:p>
        </p:txBody>
      </p:sp>
      <p:sp>
        <p:nvSpPr>
          <p:cNvPr id="354" name="Google Shape;354;p28"/>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b="0" i="0" lang="en-US" sz="1000" u="none" cap="none" strike="noStrike">
                <a:solidFill>
                  <a:srgbClr val="548446"/>
                </a:solidFill>
                <a:latin typeface="Arial"/>
                <a:ea typeface="Arial"/>
                <a:cs typeface="Arial"/>
                <a:sym typeface="Arial"/>
              </a:rPr>
              <a:t>1-</a:t>
            </a:r>
            <a:fld id="{00000000-1234-1234-1234-123412341234}" type="slidenum">
              <a:rPr b="0" i="0" lang="en-US" sz="1000" u="none" cap="none" strike="noStrike">
                <a:solidFill>
                  <a:srgbClr val="548446"/>
                </a:solidFill>
                <a:latin typeface="Arial"/>
                <a:ea typeface="Arial"/>
                <a:cs typeface="Arial"/>
                <a:sym typeface="Arial"/>
              </a:rPr>
              <a:t>‹#›</a:t>
            </a:fld>
            <a:endParaRPr b="0" i="0" sz="1000" u="none" cap="none" strike="noStrike">
              <a:solidFill>
                <a:srgbClr val="548446"/>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9"/>
          <p:cNvSpPr txBox="1"/>
          <p:nvPr>
            <p:ph type="title"/>
          </p:nvPr>
        </p:nvSpPr>
        <p:spPr>
          <a:xfrm>
            <a:off x="304800" y="228600"/>
            <a:ext cx="8686800" cy="457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Notes</a:t>
            </a:r>
            <a:endParaRPr/>
          </a:p>
        </p:txBody>
      </p:sp>
      <p:sp>
        <p:nvSpPr>
          <p:cNvPr id="360" name="Google Shape;360;p29"/>
          <p:cNvSpPr txBox="1"/>
          <p:nvPr>
            <p:ph idx="1" type="body"/>
          </p:nvPr>
        </p:nvSpPr>
        <p:spPr>
          <a:xfrm>
            <a:off x="304800" y="914400"/>
            <a:ext cx="86868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a:buChar char="•"/>
            </a:pPr>
            <a:r>
              <a:rPr lang="en-US"/>
              <a:t>Lectures: Full-charged Laptop</a:t>
            </a:r>
            <a:endParaRPr/>
          </a:p>
          <a:p>
            <a:pPr indent="-342900" lvl="0" marL="342900" rtl="0" algn="l">
              <a:lnSpc>
                <a:spcPct val="100000"/>
              </a:lnSpc>
              <a:spcBef>
                <a:spcPts val="0"/>
              </a:spcBef>
              <a:spcAft>
                <a:spcPts val="0"/>
              </a:spcAft>
              <a:buClr>
                <a:schemeClr val="dk1"/>
              </a:buClr>
              <a:buSzPts val="2800"/>
              <a:buFont typeface="Times"/>
              <a:buChar char="•"/>
            </a:pPr>
            <a:r>
              <a:rPr lang="en-US"/>
              <a:t>Turn on camera during online sessions</a:t>
            </a:r>
            <a:endParaRPr/>
          </a:p>
          <a:p>
            <a:pPr indent="-165100" lvl="0" marL="342900" rtl="0" algn="l">
              <a:lnSpc>
                <a:spcPct val="100000"/>
              </a:lnSpc>
              <a:spcBef>
                <a:spcPts val="560"/>
              </a:spcBef>
              <a:spcAft>
                <a:spcPts val="0"/>
              </a:spcAft>
              <a:buClr>
                <a:schemeClr val="dk1"/>
              </a:buClr>
              <a:buSzPts val="2800"/>
              <a:buFont typeface="Times"/>
              <a:buNone/>
            </a:pPr>
            <a:r>
              <a:t/>
            </a:r>
            <a:endParaRPr/>
          </a:p>
        </p:txBody>
      </p:sp>
      <p:sp>
        <p:nvSpPr>
          <p:cNvPr id="361" name="Google Shape;361;p29"/>
          <p:cNvSpPr txBox="1"/>
          <p:nvPr>
            <p:ph idx="11" type="ftr"/>
          </p:nvPr>
        </p:nvSpPr>
        <p:spPr>
          <a:xfrm>
            <a:off x="304800" y="6477000"/>
            <a:ext cx="3505200" cy="304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29"/>
          <p:cNvSpPr txBox="1"/>
          <p:nvPr>
            <p:ph idx="12" type="sldNum"/>
          </p:nvPr>
        </p:nvSpPr>
        <p:spPr>
          <a:xfrm>
            <a:off x="7086600" y="6477000"/>
            <a:ext cx="1905000" cy="304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2003-05-23T15:49:24Z</dcterms:created>
  <dc:creator>Minh Ngoc Ha</dc:creator>
</cp:coreProperties>
</file>