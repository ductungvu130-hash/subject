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>
        <p:scale>
          <a:sx n="66" d="100"/>
          <a:sy n="66" d="100"/>
        </p:scale>
        <p:origin x="32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35B1E-9F3E-4439-E250-E75283E848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E662FA-6BFD-3DC1-F24B-9D358FD13D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3EA662-A574-C7C3-DB26-FCEC952DB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DDBB4-847E-4D38-B22E-D2F83CB98011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6CBFC4-10BF-AA85-80F4-F0C657025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EB9DE1-4A6E-08D7-903C-8218415B8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1A829-7743-4FAC-B4BA-663321F84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375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EA905-40F3-B927-CE1F-A434476F7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3CC687-406D-12BF-A663-235F12F092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512514-AB67-8CB6-3D30-FE17715FD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DDBB4-847E-4D38-B22E-D2F83CB98011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B1AB4-A4D8-6B6F-1E59-FAE3AFCB2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8DB126-2292-4ECD-8441-DF11C013E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1A829-7743-4FAC-B4BA-663321F84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186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EF8EF-CFEC-976D-C7A4-EE492B269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04229F-89CE-60E5-E50C-B3567F5F46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08B0E2-461C-610E-2A8A-B01E0D419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DDBB4-847E-4D38-B22E-D2F83CB98011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5D9A7E-F4F6-4EBF-85ED-1C2CC15CF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430CCD-D9FE-B185-E3AD-75892D17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1A829-7743-4FAC-B4BA-663321F84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1309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9820E-B1C8-7752-73C2-2069127D6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C640F-02C3-A45A-EE59-6934947240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84932E-55F6-FE75-202E-1EB349BC94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2C8E0B-2320-0AC0-C695-368360B9A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DDBB4-847E-4D38-B22E-D2F83CB98011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006358-50CC-5138-34FC-446B90A70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118BCD-EB2E-F0CB-7956-D24D2A00A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1A829-7743-4FAC-B4BA-663321F84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089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F359F-D39B-8705-DAC9-309FC1F45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D06275-8A42-351B-4191-A82B68DB1C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35E280-57F7-EEC3-A335-1537566C83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DB6F3C-362D-9CB9-83EE-0F16F93134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41CB8-F594-2876-D0FC-819C17376B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94D8E6-CE1B-3310-29EC-9820A7F9C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DDBB4-847E-4D38-B22E-D2F83CB98011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6E0D2D-52A8-6579-695A-9EDD0B602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EE6494-A340-FE5F-7863-3FF63F873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1A829-7743-4FAC-B4BA-663321F84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9293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6FFB8-877E-56C5-A501-B9FC9DCD3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39E2E8-0C8E-F9B6-F3F2-761F3271F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DDBB4-847E-4D38-B22E-D2F83CB98011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582CCB-3252-C615-CC25-A3126C19C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213721-7B28-8DA9-8DE8-C5DF89AB1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1A829-7743-4FAC-B4BA-663321F84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301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9ED9A0-B79D-5C2E-C1DF-1A58C0DA2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DDBB4-847E-4D38-B22E-D2F83CB98011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11BB1C-B884-52C2-001F-116AAE6A4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2406ED-A2C9-B981-4E49-0A2584214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1A829-7743-4FAC-B4BA-663321F84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198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43056-B5B9-2EE7-BA77-064488597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484DA3-CD75-2261-8BF0-406603677F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A7F30D-E787-B1C7-BF66-EC90280F22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1AB518-43C9-19D5-F4F8-E66538DDF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DDBB4-847E-4D38-B22E-D2F83CB98011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646A65-CE50-C2C2-3601-E2D3F22A4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D438D9-8DED-0ACF-9B0F-5340F9A43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1A829-7743-4FAC-B4BA-663321F84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448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EB39C-425D-4077-0C2B-79B1B5D4A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5A289C-D9C8-A30F-40C0-A9FE371185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6A2C69-F608-B460-B33F-C71C521853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37A45A-6BCF-DF86-0942-565C76EA9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DDBB4-847E-4D38-B22E-D2F83CB98011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888E1A-C5DB-B7B7-0DBA-A055FCDDD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E5C3BF-5AA3-512E-34F0-7C693DF5F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1A829-7743-4FAC-B4BA-663321F84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044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691CA-248D-8424-8873-6D406E5C7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FB89C0-4725-D26D-55C7-8824812DB0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857C5B-093D-7490-9CDA-0960989F8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DDBB4-847E-4D38-B22E-D2F83CB98011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2A823-2C63-4E18-5DC4-D57E3FB8F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EC9557-CC26-7AD2-5B83-582CB2AB8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1A829-7743-4FAC-B4BA-663321F84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761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1B86D7-42E2-961C-7429-EB0E0A122B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A25A48-AFDA-8D6A-068F-45A97C5413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491E3A-DC9C-BF07-A9B0-A4E0733AE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DDBB4-847E-4D38-B22E-D2F83CB98011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375B03-880A-FA72-C7CD-9A9C51ACC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C12BAE-1502-8822-4FFA-0126B64C1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1A829-7743-4FAC-B4BA-663321F84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1670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913611-AC62-22AD-2F75-E4FA2A232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97B501-E0DE-DAE5-4F46-B50C7BB19A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A617AA-DA3B-3DA8-6BE8-937EFE989E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8DDBB4-847E-4D38-B22E-D2F83CB98011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C576F9-EE24-3AE9-E3B7-9AF03E3F16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132DB0-11DD-545C-EAB2-CBE0D7FB87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41A829-7743-4FAC-B4BA-663321F84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911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82CF052-94DE-EBAD-031C-D52A81E16E13}"/>
              </a:ext>
            </a:extLst>
          </p:cNvPr>
          <p:cNvSpPr/>
          <p:nvPr/>
        </p:nvSpPr>
        <p:spPr>
          <a:xfrm>
            <a:off x="2038453" y="1044001"/>
            <a:ext cx="1152000" cy="11520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000" b="1">
                <a:solidFill>
                  <a:schemeClr val="tx1"/>
                </a:solidFill>
              </a:rPr>
              <a:t>00</a:t>
            </a:r>
            <a:endParaRPr lang="en-US" sz="2000" b="1">
              <a:solidFill>
                <a:schemeClr val="tx1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DE2781D-19D5-848C-D45A-3F4A70847174}"/>
              </a:ext>
            </a:extLst>
          </p:cNvPr>
          <p:cNvSpPr/>
          <p:nvPr/>
        </p:nvSpPr>
        <p:spPr>
          <a:xfrm>
            <a:off x="7258153" y="1044001"/>
            <a:ext cx="1152000" cy="11520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000" b="1">
                <a:solidFill>
                  <a:schemeClr val="tx1"/>
                </a:solidFill>
              </a:rPr>
              <a:t>01</a:t>
            </a:r>
            <a:endParaRPr lang="en-US" sz="2000" b="1">
              <a:solidFill>
                <a:schemeClr val="tx1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B98D113-0BF0-E9AD-13BD-BB403C4F6722}"/>
              </a:ext>
            </a:extLst>
          </p:cNvPr>
          <p:cNvSpPr/>
          <p:nvPr/>
        </p:nvSpPr>
        <p:spPr>
          <a:xfrm>
            <a:off x="7258153" y="3660201"/>
            <a:ext cx="1152000" cy="11520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000" b="1">
                <a:solidFill>
                  <a:schemeClr val="tx1"/>
                </a:solidFill>
              </a:rPr>
              <a:t>10</a:t>
            </a:r>
            <a:endParaRPr lang="en-US" sz="2000" b="1">
              <a:solidFill>
                <a:schemeClr val="tx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8E1C252-03D9-6384-940C-18B870AA8364}"/>
              </a:ext>
            </a:extLst>
          </p:cNvPr>
          <p:cNvSpPr/>
          <p:nvPr/>
        </p:nvSpPr>
        <p:spPr>
          <a:xfrm>
            <a:off x="2038453" y="3660201"/>
            <a:ext cx="1152000" cy="11520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000" b="1">
                <a:solidFill>
                  <a:schemeClr val="tx1"/>
                </a:solidFill>
              </a:rPr>
              <a:t>11</a:t>
            </a:r>
            <a:endParaRPr lang="en-US" sz="2000" b="1">
              <a:solidFill>
                <a:schemeClr val="tx1"/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AB6EF48-A9EC-B46C-91C2-3D1DE5339D98}"/>
              </a:ext>
            </a:extLst>
          </p:cNvPr>
          <p:cNvCxnSpPr>
            <a:stCxn id="4" idx="6"/>
            <a:endCxn id="5" idx="2"/>
          </p:cNvCxnSpPr>
          <p:nvPr/>
        </p:nvCxnSpPr>
        <p:spPr>
          <a:xfrm>
            <a:off x="3190453" y="1620001"/>
            <a:ext cx="406770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C4ED51A-92BA-A2CA-19E0-D585BB0158E2}"/>
              </a:ext>
            </a:extLst>
          </p:cNvPr>
          <p:cNvSpPr txBox="1"/>
          <p:nvPr/>
        </p:nvSpPr>
        <p:spPr>
          <a:xfrm>
            <a:off x="4868333" y="1210733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/>
              <a:t>1/0</a:t>
            </a:r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4CF8D91-0999-7DAB-443D-27584674FF60}"/>
              </a:ext>
            </a:extLst>
          </p:cNvPr>
          <p:cNvCxnSpPr>
            <a:cxnSpLocks/>
            <a:stCxn id="5" idx="4"/>
            <a:endCxn id="6" idx="0"/>
          </p:cNvCxnSpPr>
          <p:nvPr/>
        </p:nvCxnSpPr>
        <p:spPr>
          <a:xfrm>
            <a:off x="7834153" y="2196001"/>
            <a:ext cx="0" cy="14642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0D390C4-2E6E-E1F7-335B-3371B246B2C8}"/>
              </a:ext>
            </a:extLst>
          </p:cNvPr>
          <p:cNvSpPr txBox="1"/>
          <p:nvPr/>
        </p:nvSpPr>
        <p:spPr>
          <a:xfrm>
            <a:off x="7967133" y="2667000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/>
              <a:t>0/0</a:t>
            </a:r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075C1CC-4A58-9345-D4D6-5AC1E803D750}"/>
              </a:ext>
            </a:extLst>
          </p:cNvPr>
          <p:cNvCxnSpPr>
            <a:cxnSpLocks/>
          </p:cNvCxnSpPr>
          <p:nvPr/>
        </p:nvCxnSpPr>
        <p:spPr>
          <a:xfrm flipV="1">
            <a:off x="7622353" y="2196001"/>
            <a:ext cx="0" cy="14642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403F229E-E38D-AB82-42C6-890E17A9A984}"/>
              </a:ext>
            </a:extLst>
          </p:cNvPr>
          <p:cNvSpPr txBox="1"/>
          <p:nvPr/>
        </p:nvSpPr>
        <p:spPr>
          <a:xfrm>
            <a:off x="7009763" y="2670401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/>
              <a:t>1/1</a:t>
            </a:r>
            <a:endParaRPr lang="en-US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2A36C37-EC64-8563-F1B0-BE223ECE5E2D}"/>
              </a:ext>
            </a:extLst>
          </p:cNvPr>
          <p:cNvCxnSpPr>
            <a:cxnSpLocks/>
            <a:stCxn id="6" idx="2"/>
            <a:endCxn id="4" idx="5"/>
          </p:cNvCxnSpPr>
          <p:nvPr/>
        </p:nvCxnSpPr>
        <p:spPr>
          <a:xfrm flipH="1" flipV="1">
            <a:off x="3021747" y="2027295"/>
            <a:ext cx="4236406" cy="220890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5907F9A1-A09C-8866-3AC5-8E4919CB0446}"/>
              </a:ext>
            </a:extLst>
          </p:cNvPr>
          <p:cNvSpPr txBox="1"/>
          <p:nvPr/>
        </p:nvSpPr>
        <p:spPr>
          <a:xfrm rot="1765685">
            <a:off x="4971669" y="2762416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/>
              <a:t>0/0</a:t>
            </a:r>
            <a:endParaRPr lang="en-US"/>
          </a:p>
        </p:txBody>
      </p:sp>
      <p:cxnSp>
        <p:nvCxnSpPr>
          <p:cNvPr id="31" name="Connector: Curved 30">
            <a:extLst>
              <a:ext uri="{FF2B5EF4-FFF2-40B4-BE49-F238E27FC236}">
                <a16:creationId xmlns:a16="http://schemas.microsoft.com/office/drawing/2014/main" id="{0D145A5F-3714-9888-6538-605DD2C1714B}"/>
              </a:ext>
            </a:extLst>
          </p:cNvPr>
          <p:cNvCxnSpPr>
            <a:stCxn id="4" idx="1"/>
            <a:endCxn id="4" idx="0"/>
          </p:cNvCxnSpPr>
          <p:nvPr/>
        </p:nvCxnSpPr>
        <p:spPr>
          <a:xfrm rot="5400000" flipH="1" flipV="1">
            <a:off x="2326453" y="924707"/>
            <a:ext cx="168706" cy="407294"/>
          </a:xfrm>
          <a:prstGeom prst="curvedConnector3">
            <a:avLst>
              <a:gd name="adj1" fmla="val 42948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FD651F36-839D-EF12-E318-B9D12599B954}"/>
              </a:ext>
            </a:extLst>
          </p:cNvPr>
          <p:cNvSpPr txBox="1"/>
          <p:nvPr/>
        </p:nvSpPr>
        <p:spPr>
          <a:xfrm>
            <a:off x="2572002" y="283335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/>
              <a:t>0/0</a:t>
            </a:r>
            <a:endParaRPr lang="en-US"/>
          </a:p>
        </p:txBody>
      </p:sp>
      <p:cxnSp>
        <p:nvCxnSpPr>
          <p:cNvPr id="35" name="Connector: Curved 34">
            <a:extLst>
              <a:ext uri="{FF2B5EF4-FFF2-40B4-BE49-F238E27FC236}">
                <a16:creationId xmlns:a16="http://schemas.microsoft.com/office/drawing/2014/main" id="{CD677DD7-06CF-B7D2-9E3B-0CA30DFDC48B}"/>
              </a:ext>
            </a:extLst>
          </p:cNvPr>
          <p:cNvCxnSpPr>
            <a:stCxn id="5" idx="1"/>
            <a:endCxn id="5" idx="0"/>
          </p:cNvCxnSpPr>
          <p:nvPr/>
        </p:nvCxnSpPr>
        <p:spPr>
          <a:xfrm rot="5400000" flipH="1" flipV="1">
            <a:off x="7546153" y="924707"/>
            <a:ext cx="168706" cy="407294"/>
          </a:xfrm>
          <a:prstGeom prst="curvedConnector3">
            <a:avLst>
              <a:gd name="adj1" fmla="val 349609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2D02ABA6-AC59-3D7B-7FF4-6BC197CA7A98}"/>
              </a:ext>
            </a:extLst>
          </p:cNvPr>
          <p:cNvSpPr txBox="1"/>
          <p:nvPr/>
        </p:nvSpPr>
        <p:spPr>
          <a:xfrm>
            <a:off x="7834153" y="486987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/>
              <a:t>1/0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713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B067EC0D-1586-AE8F-BB95-B2946F461DCB}"/>
              </a:ext>
            </a:extLst>
          </p:cNvPr>
          <p:cNvSpPr/>
          <p:nvPr/>
        </p:nvSpPr>
        <p:spPr>
          <a:xfrm>
            <a:off x="2038453" y="1044001"/>
            <a:ext cx="1152000" cy="11520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000" b="1">
                <a:solidFill>
                  <a:schemeClr val="tx1"/>
                </a:solidFill>
              </a:rPr>
              <a:t>00</a:t>
            </a:r>
            <a:endParaRPr lang="en-US" sz="2000" b="1">
              <a:solidFill>
                <a:schemeClr val="tx1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6428FA6-106B-2B7D-AF2C-061D175D0AB2}"/>
              </a:ext>
            </a:extLst>
          </p:cNvPr>
          <p:cNvSpPr/>
          <p:nvPr/>
        </p:nvSpPr>
        <p:spPr>
          <a:xfrm>
            <a:off x="7258153" y="1044001"/>
            <a:ext cx="1152000" cy="11520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000" b="1">
                <a:solidFill>
                  <a:schemeClr val="tx1"/>
                </a:solidFill>
              </a:rPr>
              <a:t>01</a:t>
            </a:r>
            <a:endParaRPr lang="en-US" sz="2000" b="1">
              <a:solidFill>
                <a:schemeClr val="tx1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75EFD7C-A6D7-C6EE-8BAF-F56F616135EE}"/>
              </a:ext>
            </a:extLst>
          </p:cNvPr>
          <p:cNvSpPr/>
          <p:nvPr/>
        </p:nvSpPr>
        <p:spPr>
          <a:xfrm>
            <a:off x="7258153" y="3660201"/>
            <a:ext cx="1152000" cy="11520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000" b="1">
                <a:solidFill>
                  <a:schemeClr val="tx1"/>
                </a:solidFill>
              </a:rPr>
              <a:t>10</a:t>
            </a:r>
            <a:endParaRPr lang="en-US" sz="2000" b="1">
              <a:solidFill>
                <a:schemeClr val="tx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A3C5B88-A431-4F7A-39B3-B324FE220C3E}"/>
              </a:ext>
            </a:extLst>
          </p:cNvPr>
          <p:cNvSpPr/>
          <p:nvPr/>
        </p:nvSpPr>
        <p:spPr>
          <a:xfrm>
            <a:off x="2038453" y="3660201"/>
            <a:ext cx="1152000" cy="11520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2000" b="1">
                <a:solidFill>
                  <a:schemeClr val="tx1"/>
                </a:solidFill>
              </a:rPr>
              <a:t>11</a:t>
            </a:r>
            <a:endParaRPr lang="en-US" sz="2000" b="1">
              <a:solidFill>
                <a:schemeClr val="tx1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32445EE-9383-A9CA-AC83-E15B466E90B3}"/>
              </a:ext>
            </a:extLst>
          </p:cNvPr>
          <p:cNvCxnSpPr>
            <a:stCxn id="4" idx="6"/>
            <a:endCxn id="5" idx="2"/>
          </p:cNvCxnSpPr>
          <p:nvPr/>
        </p:nvCxnSpPr>
        <p:spPr>
          <a:xfrm>
            <a:off x="3190453" y="1620001"/>
            <a:ext cx="406770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8CCBA11-4BEA-56B7-EC12-B762B7540914}"/>
              </a:ext>
            </a:extLst>
          </p:cNvPr>
          <p:cNvSpPr txBox="1"/>
          <p:nvPr/>
        </p:nvSpPr>
        <p:spPr>
          <a:xfrm>
            <a:off x="4868333" y="1210733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/>
              <a:t>1</a:t>
            </a:r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3F29709-E50E-6CF8-87D5-48DA62652330}"/>
              </a:ext>
            </a:extLst>
          </p:cNvPr>
          <p:cNvCxnSpPr>
            <a:cxnSpLocks/>
            <a:stCxn id="5" idx="4"/>
            <a:endCxn id="6" idx="0"/>
          </p:cNvCxnSpPr>
          <p:nvPr/>
        </p:nvCxnSpPr>
        <p:spPr>
          <a:xfrm>
            <a:off x="7834153" y="2196001"/>
            <a:ext cx="0" cy="14642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825DE31-33A1-00A0-F527-8F7C2D3D075E}"/>
              </a:ext>
            </a:extLst>
          </p:cNvPr>
          <p:cNvSpPr txBox="1"/>
          <p:nvPr/>
        </p:nvSpPr>
        <p:spPr>
          <a:xfrm>
            <a:off x="7965700" y="2687053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/>
              <a:t>1</a:t>
            </a:r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6C1CF85-A86C-B014-F8AA-09C5C043B1BD}"/>
              </a:ext>
            </a:extLst>
          </p:cNvPr>
          <p:cNvCxnSpPr>
            <a:cxnSpLocks/>
            <a:stCxn id="6" idx="2"/>
            <a:endCxn id="7" idx="6"/>
          </p:cNvCxnSpPr>
          <p:nvPr/>
        </p:nvCxnSpPr>
        <p:spPr>
          <a:xfrm flipH="1">
            <a:off x="3190453" y="4236201"/>
            <a:ext cx="406770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5CC44FD8-BC07-22FC-E6FA-CDF5D8269B80}"/>
              </a:ext>
            </a:extLst>
          </p:cNvPr>
          <p:cNvCxnSpPr>
            <a:stCxn id="4" idx="1"/>
            <a:endCxn id="4" idx="0"/>
          </p:cNvCxnSpPr>
          <p:nvPr/>
        </p:nvCxnSpPr>
        <p:spPr>
          <a:xfrm rot="5400000" flipH="1" flipV="1">
            <a:off x="2326453" y="924707"/>
            <a:ext cx="168706" cy="407294"/>
          </a:xfrm>
          <a:prstGeom prst="curvedConnector3">
            <a:avLst>
              <a:gd name="adj1" fmla="val 42948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BBD781FD-22D4-3A54-6560-23F5B7A89AA2}"/>
              </a:ext>
            </a:extLst>
          </p:cNvPr>
          <p:cNvSpPr txBox="1"/>
          <p:nvPr/>
        </p:nvSpPr>
        <p:spPr>
          <a:xfrm>
            <a:off x="2572002" y="302321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/>
              <a:t>0</a:t>
            </a:r>
            <a:endParaRPr lang="en-US"/>
          </a:p>
        </p:txBody>
      </p:sp>
      <p:cxnSp>
        <p:nvCxnSpPr>
          <p:cNvPr id="18" name="Connector: Curved 17">
            <a:extLst>
              <a:ext uri="{FF2B5EF4-FFF2-40B4-BE49-F238E27FC236}">
                <a16:creationId xmlns:a16="http://schemas.microsoft.com/office/drawing/2014/main" id="{6E752545-6637-2E06-CCD0-C29918094A07}"/>
              </a:ext>
            </a:extLst>
          </p:cNvPr>
          <p:cNvCxnSpPr>
            <a:stCxn id="5" idx="1"/>
            <a:endCxn id="5" idx="0"/>
          </p:cNvCxnSpPr>
          <p:nvPr/>
        </p:nvCxnSpPr>
        <p:spPr>
          <a:xfrm rot="5400000" flipH="1" flipV="1">
            <a:off x="7546153" y="924707"/>
            <a:ext cx="168706" cy="407294"/>
          </a:xfrm>
          <a:prstGeom prst="curvedConnector3">
            <a:avLst>
              <a:gd name="adj1" fmla="val 349609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308662F4-FFB7-4E8B-3D33-522378BC7B4C}"/>
              </a:ext>
            </a:extLst>
          </p:cNvPr>
          <p:cNvSpPr txBox="1"/>
          <p:nvPr/>
        </p:nvSpPr>
        <p:spPr>
          <a:xfrm>
            <a:off x="7834153" y="486987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/>
              <a:t>0</a:t>
            </a:r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5F06586-E7F9-023F-9521-A7047F411482}"/>
              </a:ext>
            </a:extLst>
          </p:cNvPr>
          <p:cNvSpPr txBox="1"/>
          <p:nvPr/>
        </p:nvSpPr>
        <p:spPr>
          <a:xfrm>
            <a:off x="4999997" y="386686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/>
              <a:t>1</a:t>
            </a:r>
            <a:endParaRPr lang="en-US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6AEFD95-4B4E-AE44-3247-E719BD4F9F40}"/>
              </a:ext>
            </a:extLst>
          </p:cNvPr>
          <p:cNvCxnSpPr>
            <a:cxnSpLocks/>
            <a:stCxn id="7" idx="0"/>
            <a:endCxn id="4" idx="4"/>
          </p:cNvCxnSpPr>
          <p:nvPr/>
        </p:nvCxnSpPr>
        <p:spPr>
          <a:xfrm flipV="1">
            <a:off x="2614453" y="2196001"/>
            <a:ext cx="0" cy="14642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92199E2C-09D5-6413-06D3-B574C0167356}"/>
              </a:ext>
            </a:extLst>
          </p:cNvPr>
          <p:cNvSpPr txBox="1"/>
          <p:nvPr/>
        </p:nvSpPr>
        <p:spPr>
          <a:xfrm>
            <a:off x="2572002" y="279922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/>
              <a:t>1</a:t>
            </a:r>
            <a:endParaRPr lang="en-US"/>
          </a:p>
        </p:txBody>
      </p:sp>
      <p:cxnSp>
        <p:nvCxnSpPr>
          <p:cNvPr id="28" name="Connector: Curved 27">
            <a:extLst>
              <a:ext uri="{FF2B5EF4-FFF2-40B4-BE49-F238E27FC236}">
                <a16:creationId xmlns:a16="http://schemas.microsoft.com/office/drawing/2014/main" id="{7A5CF701-8D2B-6877-0909-75B7838CEDCF}"/>
              </a:ext>
            </a:extLst>
          </p:cNvPr>
          <p:cNvCxnSpPr>
            <a:stCxn id="6" idx="5"/>
            <a:endCxn id="6" idx="4"/>
          </p:cNvCxnSpPr>
          <p:nvPr/>
        </p:nvCxnSpPr>
        <p:spPr>
          <a:xfrm rot="5400000">
            <a:off x="7953447" y="4524201"/>
            <a:ext cx="168706" cy="407294"/>
          </a:xfrm>
          <a:prstGeom prst="curvedConnector3">
            <a:avLst>
              <a:gd name="adj1" fmla="val 378136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Curved 30">
            <a:extLst>
              <a:ext uri="{FF2B5EF4-FFF2-40B4-BE49-F238E27FC236}">
                <a16:creationId xmlns:a16="http://schemas.microsoft.com/office/drawing/2014/main" id="{B63789A2-11D2-92C4-3CC3-3376BB29D21F}"/>
              </a:ext>
            </a:extLst>
          </p:cNvPr>
          <p:cNvCxnSpPr>
            <a:stCxn id="7" idx="3"/>
            <a:endCxn id="7" idx="4"/>
          </p:cNvCxnSpPr>
          <p:nvPr/>
        </p:nvCxnSpPr>
        <p:spPr>
          <a:xfrm rot="16200000" flipH="1">
            <a:off x="2326453" y="4524201"/>
            <a:ext cx="168706" cy="407294"/>
          </a:xfrm>
          <a:prstGeom prst="curvedConnector3">
            <a:avLst>
              <a:gd name="adj1" fmla="val 321082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F53E404D-660F-FF97-42B2-6A4E18C2A43B}"/>
              </a:ext>
            </a:extLst>
          </p:cNvPr>
          <p:cNvSpPr txBox="1"/>
          <p:nvPr/>
        </p:nvSpPr>
        <p:spPr>
          <a:xfrm>
            <a:off x="2592532" y="493451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/>
              <a:t>0</a:t>
            </a:r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9DC15DA-D4EB-9F70-9FD1-629A395B5525}"/>
              </a:ext>
            </a:extLst>
          </p:cNvPr>
          <p:cNvSpPr txBox="1"/>
          <p:nvPr/>
        </p:nvSpPr>
        <p:spPr>
          <a:xfrm>
            <a:off x="8220806" y="5046685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/>
              <a:t>0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46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22</Words>
  <Application>Microsoft Office PowerPoint</Application>
  <PresentationFormat>Widescreen</PresentationFormat>
  <Paragraphs>22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11A4 Tùng Vũ Đức</dc:creator>
  <cp:lastModifiedBy>11A4 Tùng Vũ Đức</cp:lastModifiedBy>
  <cp:revision>1</cp:revision>
  <dcterms:created xsi:type="dcterms:W3CDTF">2025-12-09T15:47:20Z</dcterms:created>
  <dcterms:modified xsi:type="dcterms:W3CDTF">2025-12-09T15:56:37Z</dcterms:modified>
</cp:coreProperties>
</file>