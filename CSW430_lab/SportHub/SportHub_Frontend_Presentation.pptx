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dia_17871515732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  <a:latin typeface="Impact"/>
              </a:defRPr>
            </a:pPr>
            <a:r>
              <a:t>Tổng quan &amp; Công nghệ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Core: React Native (Bare Workflow) + TypeScript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State Management: Zustand (Nhẹ, tối ưu hiệu suất)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Navigation: React Navigation (Stack &amp; Bottom Tabs)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Network &amp; API: Axios + JWT Interceptors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Real-time: SignalR (Nhận thông báo đẩy ngay lập tức)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  <a:latin typeface="Impact"/>
              </a:defRPr>
            </a:pPr>
            <a:r>
              <a:t>Kiến trúc &amp; Cấu trúc mã nguồn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Áp dụng Clean Architecture, chia module rõ ràng: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api/: Cấu hình Axios, các endpoints kết nối REST API.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components/: UI components tái sử dụng (Button, Input).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navigation/: Khai báo luồng điều hướng khách &amp; Admin.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screens/: Giao diện các trang (Login, Home, Booking...).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services/: Các service độc lập (NotificationService).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store/: Quản lý state toàn cục (useAuthStore).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  <a:latin typeface="Impact"/>
              </a:defRPr>
            </a:pPr>
            <a:r>
              <a:t>Các tính năng cốt lõi (Core Features)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Xác thực (Auth): Đăng nhập/Đăng ký JWT, Google/Facebook SDK.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Tìm kiếm &amp; Đặt sân: Lọc sân theo loại, khung giờ, chọn Slot.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Đánh giá &amp; Review: Chấm điểm và viết nhận xét sau trận đấu.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Bản đồ (Map &amp; Geolocation): Tìm vị trí sân gần nhất, chỉ đường.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  <a:latin typeface="Impact"/>
              </a:defRPr>
            </a:pPr>
            <a:r>
              <a:t>Quản lý Luồng &amp; Bảo mật (Security)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Token Storage: Lưu Access Token an toàn qua AsyncStorage.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Axios Interceptors: Tự động đính kèm Token, xử lý lỗi 401.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Phân quyền (Role-based):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Khách hàng (Customer): Giao diện tìm kiếm, đặt sân.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Quản trị viên (Admin): Giao diện quản lý sân, duyệt đơn.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  <a:latin typeface="Impact"/>
              </a:defRPr>
            </a:pPr>
            <a:r>
              <a:t>Xử lý Thời gian thực (Real-time)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Kết nối trực tiếp ASP.NET Core SignalR từ Backend.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Lắng nghe ReceiveNotification để hiển thị In-App Alert.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Các trường hợp sử dụng: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Nhận thông báo khi đặt sân thành công.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Khi Admin thao tác duyệt / từ chối đơn đặt sân.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Cập nhật số lượng thông báo chưa đọc (Badge Icon).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  <a:latin typeface="Impact"/>
              </a:defRPr>
            </a:pPr>
            <a:r>
              <a:t>Tích hợp Native Modules &amp; Tối ưu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ViewShot &amp; CameraRoll: Chụp và lưu Vé Đặt Sân vào thư viện ảnh.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SafeAreaContext: Đảm bảo UI không bị lấp bởi Notch/Dynamic Island.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Vector Icons &amp; SVG: Icon sắc nét mọi độ phân giải, tối ưu dung lượng.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Giao diện chuẩn: Tối ưu UX/UI, hiệu ứng chuyển cảnh mượt mà.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FFFF"/>
                </a:solidFill>
                <a:latin typeface="Impact"/>
              </a:defRPr>
            </a:pPr>
            <a:r>
              <a:t>Kết luận &amp; Định hướng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Điểm mạnh: Kiến trúc chuẩn mực, React Native Bare mạnh mẽ.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Định hướng mở rộng: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Tích hợp thêm Payment Gateway (VNPay, Momo).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  - Tối ưu caching hình ảnh để tăng tốc độ tải.</a:t>
            </a: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</a:p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Q&amp;A: Cảm ơn thầy cô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