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ia_17871515732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FFFF"/>
                </a:solidFill>
                <a:latin typeface="Impact"/>
              </a:defRPr>
            </a:pPr>
            <a:r>
              <a:t>Overview &amp; Core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Core: React Native (Bare Workflow) + TypeScript</a:t>
            </a:r>
          </a:p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State Management: Zustand (Lightweight &amp; Highly performant)</a:t>
            </a:r>
          </a:p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Navigation: React Navigation (Stack &amp; Bottom Tabs integration)</a:t>
            </a:r>
          </a:p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Network &amp; API: Axios + JWT Interceptors for secure auth</a:t>
            </a:r>
          </a:p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Real-time: SignalR (Instant push notifications)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FFFF"/>
                </a:solidFill>
                <a:latin typeface="Impact"/>
              </a:defRPr>
            </a:pPr>
            <a:r>
              <a:t>Architecture &amp; Code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Implemented Clean Architecture with strict modularity:</a:t>
            </a:r>
          </a:p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  - api/: Axios configuration and REST API endpoints.</a:t>
            </a:r>
          </a:p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  - components/: Reusable UI components (Buttons, Inputs, Cards).</a:t>
            </a:r>
          </a:p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  - navigation/: Routing declarations for Customer and Admin.</a:t>
            </a:r>
          </a:p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  - screens/: Main UI pages (Login, Home, Booking...).</a:t>
            </a:r>
          </a:p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  - services/: Independent background services (NotificationService).</a:t>
            </a:r>
          </a:p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  - store/: Global state management using Zustand (e.g., useAuthStore).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FFFF"/>
                </a:solidFill>
                <a:latin typeface="Impact"/>
              </a:defRPr>
            </a:pPr>
            <a:r>
              <a:t>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Authentication: JWT Login/Register, Google &amp; Facebook SDK.</a:t>
            </a:r>
          </a:p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Search &amp; Booking: Filter fields by type/time, select slots, view total price.</a:t>
            </a:r>
          </a:p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Ratings &amp; Reviews: Rate experiences and leave feedback after matches.</a:t>
            </a:r>
          </a:p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Maps &amp; Geolocation: Locate nearby sport centers and get smart directions.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FFFF"/>
                </a:solidFill>
                <a:latin typeface="Impact"/>
              </a:defRPr>
            </a:pPr>
            <a:r>
              <a:t>Flow Management &amp;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Token Storage: Secure Access Token storage via AsyncStorage.</a:t>
            </a:r>
          </a:p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Axios Interceptors: Auto-attach Tokens, seamless 401 error handling.</a:t>
            </a:r>
          </a:p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Role-based Authorization:</a:t>
            </a:r>
          </a:p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  - Customer: Browse, book, and review sport fields.</a:t>
            </a:r>
          </a:p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  - Admin: Manage fields, approve/reject booking requests.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FFFF"/>
                </a:solidFill>
                <a:latin typeface="Impact"/>
              </a:defRPr>
            </a:pPr>
            <a:r>
              <a:t>Real-time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Direct WebSocket connection to ASP.NET Core SignalR.</a:t>
            </a:r>
          </a:p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Listens to 'ReceiveNotification' for instant In-App Alerts.</a:t>
            </a:r>
          </a:p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Key Use Cases:</a:t>
            </a:r>
          </a:p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  - Instant alert on successful booking placement.</a:t>
            </a:r>
          </a:p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  - Real-time updates when Admin approves/rejects a booking.</a:t>
            </a:r>
          </a:p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  - Dynamic unread notification badge counter.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FFFF"/>
                </a:solidFill>
                <a:latin typeface="Impact"/>
              </a:defRPr>
            </a:pPr>
            <a:r>
              <a:t>Native Modules &amp; UI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ViewShot &amp; CameraRoll: Capture booking tickets and save to device gallery.</a:t>
            </a:r>
          </a:p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SafeAreaContext: Prevents UI overlap with Notch or Dynamic Island.</a:t>
            </a:r>
          </a:p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Vector Icons &amp; SVG: Crisp icons across all screen resolutions.</a:t>
            </a:r>
          </a:p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Standardized UI: Optimized UX with smooth animations and transitions.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FFFF"/>
                </a:solidFill>
                <a:latin typeface="Impact"/>
              </a:defRPr>
            </a:pPr>
            <a:r>
              <a:t>Conclusion &amp; Future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Highlights: Robust architecture, smooth React Native Bare performance.</a:t>
            </a:r>
          </a:p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Future Roadmap:</a:t>
            </a:r>
          </a:p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  - Integration of Payment Gateways (VNPay, Momo, Stripe).</a:t>
            </a:r>
          </a:p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  - Advanced image caching for faster load times.</a:t>
            </a:r>
          </a:p>
          <a:p>
            <a:pPr>
              <a:defRPr sz="2400">
                <a:solidFill>
                  <a:srgbClr val="FFFFFF"/>
                </a:solidFill>
                <a:latin typeface="Arial"/>
              </a:defRPr>
            </a:pPr>
          </a:p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Q&amp;A: Thank you for your attention!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